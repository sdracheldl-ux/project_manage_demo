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0" r:id="rId3"/>
    <p:sldMasterId id="2147483666" r:id="rId4"/>
    <p:sldMasterId id="2147483668" r:id="rId5"/>
  </p:sldMasterIdLst>
  <p:notesMasterIdLst>
    <p:notesMasterId r:id="rId7"/>
  </p:notesMasterIdLst>
  <p:handoutMasterIdLst>
    <p:handoutMasterId r:id="rId15"/>
  </p:handoutMasterIdLst>
  <p:sldIdLst>
    <p:sldId id="16774229" r:id="rId6"/>
    <p:sldId id="16774303" r:id="rId8"/>
    <p:sldId id="16774285" r:id="rId9"/>
    <p:sldId id="16774304" r:id="rId10"/>
    <p:sldId id="16774305" r:id="rId11"/>
    <p:sldId id="16774306" r:id="rId12"/>
    <p:sldId id="16774307" r:id="rId13"/>
    <p:sldId id="16774308" r:id="rId14"/>
  </p:sldIdLst>
  <p:sldSz cx="12192000" cy="6858000"/>
  <p:notesSz cx="6858000" cy="9144000"/>
  <p:embeddedFontLst>
    <p:embeddedFont>
      <p:font typeface="方正兰亭黑简体" panose="02000000000000000000" charset="-122"/>
      <p:regular r:id="rId20"/>
    </p:embeddedFont>
    <p:embeddedFont>
      <p:font typeface="FZLanTingHeiS-R-GB" panose="02000000000000000000" pitchFamily="2" charset="-122"/>
      <p:regular r:id="rId21"/>
    </p:embeddedFont>
    <p:embeddedFont>
      <p:font typeface="微软雅黑" pitchFamily="34" charset="-122"/>
      <p:regular r:id="rId22"/>
    </p:embeddedFont>
    <p:embeddedFont>
      <p:font typeface="微软雅黑 Light" pitchFamily="34" charset="-122"/>
      <p:regular r:id="rId23"/>
    </p:embeddedFont>
    <p:embeddedFont>
      <p:font typeface="PingFang SC" panose="020B0400000000000000" charset="-122"/>
      <p:regular r:id="rId24"/>
    </p:embeddedFont>
    <p:embeddedFont>
      <p:font typeface="PingFang SC Semibold" panose="020B0400000000000000" charset="-122"/>
      <p:regular r:id="rId25"/>
    </p:embeddedFont>
    <p:embeddedFont>
      <p:font typeface="PingFang SC Regular" panose="020B0400000000000000" charset="-122"/>
      <p:regular r:id="rId26"/>
    </p:embeddedFont>
  </p:embeddedFontLst>
  <p:custDataLst>
    <p:tags r:id="rId2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微软中国" initials="微软中国" lastIdx="0" clrIdx="0"/>
  <p:cmAuthor id="2" name="张利英" initials="张" lastIdx="0" clrIdx="1"/>
  <p:cmAuthor id="3" name="Ye Ouyang" initials="" lastIdx="0" clrIdx="2"/>
  <p:cmAuthor id="4" name="张双文" initials="张" lastIdx="0" clrIdx="3"/>
  <p:cmAuthor id="5" name="Andy.Tiller" initials="" lastIdx="0" clrIdx="4"/>
  <p:cmAuthor id="6" name="任勇" initials="任" lastIdx="0" clrIdx="5"/>
  <p:cmAuthor id="7" name="作者" initials="" lastIdx="0" clrIdx="6"/>
  <p:cmAuthor id="8" name="李天骄" initials="李" lastIdx="0" clrIdx="7"/>
  <p:cmAuthor id="9" name="1397592363@qq.com" initials="" lastIdx="0" clrIdx="8"/>
  <p:cmAuthor id="10" name="王川雪" initials="王" lastIdx="0" clrIdx="9"/>
  <p:cmAuthor id="11" name="32784" initials="" lastIdx="0" clrIdx="10"/>
  <p:cmAuthor id="12" name="宋少霞" initials="宋" lastIdx="0" clrIdx="11"/>
  <p:cmAuthor id="13" name="apple" initials="" lastIdx="0" clrIdx="12"/>
  <p:cmAuthor id="14" name="樊革霞" initials="樊" lastIdx="0" clrIdx="13"/>
  <p:cmAuthor id="15" name="zhangdan" initials="" lastIdx="0" clrIdx="14"/>
  <p:cmAuthor id="16" name="刘云轩" initials="刘" lastIdx="0" clrIdx="15"/>
  <p:cmAuthor id="17" name="刘大嘿" initials="" lastIdx="0" clrIdx="16"/>
  <p:cmAuthor id="18" name="郭金玲" initials="郭" lastIdx="0" clrIdx="17"/>
  <p:cmAuthor id="19" name="Reemo" initials="" lastIdx="0" clrIdx="18"/>
  <p:cmAuthor id="20" name="小北北" initials="" lastIdx="0" clrIdx="19"/>
  <p:cmAuthor id="21" name="贡鑫" initials="" lastIdx="0" clrIdx="20"/>
  <p:cmAuthor id="22" name="李刚" initials="李" lastIdx="0" clrIdx="21"/>
  <p:cmAuthor id="23" name="Windows 用户" initials="" lastIdx="0" clrIdx="22"/>
  <p:cmAuthor id="24" name="zhang.bo102" initials="z" lastIdx="0" clrIdx="23"/>
  <p:cmAuthor id="25" name="administrator1" initials="" lastIdx="0" clrIdx="24"/>
  <p:cmAuthor id="26" name="李正" initials="" lastIdx="0" clrIdx="25"/>
  <p:cmAuthor id="27" name="杜雪梅" initials="" lastIdx="0" clrIdx="26"/>
  <p:cmAuthor id="28" name="wang.jian97" initials="w" lastIdx="0" clrIdx="27"/>
  <p:cmAuthor id="29" name="吴军" initials="" lastIdx="0" clrIdx="28"/>
  <p:cmAuthor id="30" name="yan.luping" initials="y" lastIdx="0" clrIdx="29"/>
  <p:cmAuthor id="31" name="lijin" initials="" lastIdx="0" clrIdx="30"/>
  <p:cmAuthor id="32" name="吴铭锐" initials="" lastIdx="0" clrIdx="31"/>
  <p:cmAuthor id="33" name="andres.x.gomez" initials="" lastIdx="0" clrIdx="32"/>
  <p:cmAuthor id="34" name="孟祥超" initials="" lastIdx="0" clrIdx="33"/>
  <p:cmAuthor id="35" name="微软用户" initials="" lastIdx="0" clrIdx="34"/>
  <p:cmAuthor id="36" name="AI" initials="A" lastIdx="0" clrIdx="35"/>
  <p:cmAuthor id="37" name="USER" initials="" lastIdx="0" clrIdx="36"/>
  <p:cmAuthor id="38" name="张雁" initials="" lastIdx="0" clrIdx="37"/>
  <p:cmAuthor id="39" name="陶川" initials="" lastIdx="0" clrIdx="38"/>
  <p:cmAuthor id="40" name="贾清山" initials="" lastIdx="0" clrIdx="39"/>
  <p:cmAuthor id="41" name="Qingyunli" initials="" lastIdx="0" clrIdx="40"/>
  <p:cmAuthor id="42" name="陈桂枝" initials="" lastIdx="0" clrIdx="41"/>
  <p:cmAuthor id="43" name="周开雷" initials="" lastIdx="0" clrIdx="42"/>
  <p:cmAuthor id="44" name="未知用户3" initials="" lastIdx="0" clrIdx="43"/>
  <p:cmAuthor id="45" name="未知用户22" initials="" lastIdx="0" clrIdx="44"/>
  <p:cmAuthor id="46" name="未知用户4" initials="" lastIdx="0" clrIdx="45"/>
  <p:cmAuthor id="47" name="lx" initials="" lastIdx="0" clrIdx="46"/>
  <p:cmAuthor id="48" name="jl liu" initials="" lastIdx="0" clrIdx="47"/>
  <p:cmAuthor id="49" name="赵兰玉" initials="" lastIdx="0" clrIdx="48"/>
  <p:cmAuthor id="50" name="李振宇" initials="" lastIdx="0" clrIdx="49"/>
  <p:cmAuthor id="51" name="未知用户1" initials="" lastIdx="0" clrIdx="50"/>
  <p:cmAuthor id="52" name="邹洋" initials="" lastIdx="0" clrIdx="51"/>
  <p:cmAuthor id="53" name="BA-俞阳" initials="authorId_4447802" lastIdx="0" clrIdx="52"/>
  <p:cmAuthor id="54" name="未知用户2" initials="" lastIdx="0" clrIdx="53"/>
  <p:cmAuthor id="55" name="骆倩怡_Znauj26B" initials="authorId_382814100" lastIdx="0" clrIdx="54"/>
  <p:cmAuthor id="56" name="未知用户13" initials="" lastIdx="0" clrIdx="55"/>
  <p:cmAuthor id="57" name="未知用户5" initials="" lastIdx="0" clrIdx="56"/>
  <p:cmAuthor id="58" name="yangkun" initials="" lastIdx="0" clrIdx="57"/>
  <p:cmAuthor id="59" name="王明明" initials="" lastIdx="0" clrIdx="58"/>
  <p:cmAuthor id="60" name="Lenovo User" initials="" lastIdx="0" clrIdx="59"/>
  <p:cmAuthor id="61" name="hys2" initials="" lastIdx="0" clrIdx="60"/>
  <p:cmAuthor id="62" name="赵琦" initials="" lastIdx="0" clrIdx="61"/>
  <p:cmAuthor id="63" name="朱绍春" initials="" lastIdx="0" clrIdx="62"/>
  <p:cmAuthor id="64" name="番茄花园" initials="" lastIdx="0" clrIdx="63"/>
  <p:cmAuthor id="65" name="朱悦龙" initials="" lastIdx="0" clrIdx="64"/>
  <p:cmAuthor id="66" name="evil" initials="" lastIdx="0" clrIdx="65"/>
  <p:cmAuthor id="67" name="dell" initials="" lastIdx="0" clrIdx="66"/>
  <p:cmAuthor id="68" name="吕志勇" initials="" lastIdx="0" clrIdx="67"/>
  <p:cmAuthor id="69" name="何已龙" initials="" lastIdx="0" clrIdx="68"/>
  <p:cmAuthor id="70" name="叶得会" initials="" lastIdx="0" clrIdx="69"/>
  <p:cmAuthor id="71" name="未知用户6" initials="" lastIdx="0" clrIdx="70"/>
  <p:cmAuthor id="72" name="未知用户8" initials="" lastIdx="0" clrIdx="71"/>
  <p:cmAuthor id="73" name="未知用户7" initials="" lastIdx="0" clrIdx="72"/>
  <p:cmAuthor id="74" name="未知用户9" initials="" lastIdx="0" clrIdx="73"/>
  <p:cmAuthor id="75" name="未知用户17" initials="" lastIdx="0" clrIdx="74"/>
  <p:cmAuthor id="76" name="未知用户18" initials="" lastIdx="0" clrIdx="75"/>
  <p:cmAuthor id="77" name="未知用户20" initials="" lastIdx="0" clrIdx="76"/>
  <p:cmAuthor id="78" name="未知用户19" initials="" lastIdx="0" clrIdx="77"/>
  <p:cmAuthor id="79" name="未知用户21" initials="" lastIdx="0" clrIdx="78"/>
  <p:cmAuthor id="80" name="未知用户14" initials="" lastIdx="0" clrIdx="79"/>
  <p:cmAuthor id="81" name="未知用户15" initials="" lastIdx="0" clrIdx="80"/>
  <p:cmAuthor id="82" name="未知用户16" initials="" lastIdx="0" clrIdx="81"/>
  <p:cmAuthor id="83" name="郝崇" initials="" lastIdx="0" clrIdx="82"/>
  <p:cmAuthor id="84" name="吴杰" initials="" lastIdx="0" clrIdx="83"/>
  <p:cmAuthor id="85" name="刘丽仙" initials="" lastIdx="0" clrIdx="84"/>
  <p:cmAuthor id="86" name="沈霄雷" initials="沈" lastIdx="0" clrIdx="85"/>
  <p:cmAuthor id="87" name="Administrator" initials="" lastIdx="0" clrIdx="86"/>
  <p:cmAuthor id="88" name="肖 志强" initials="肖" lastIdx="0" clrIdx="87"/>
  <p:cmAuthor id="89" name="杨艳霞" initials="" lastIdx="0" clrIdx="88"/>
  <p:cmAuthor id="90" name="williamwhu@163.com" initials="w" lastIdx="0" clrIdx="89"/>
  <p:cmAuthor id="91" name="未定义" initials="" lastIdx="0" clrIdx="90"/>
  <p:cmAuthor id="92" name="UINFOR" initials="U" lastIdx="0" clrIdx="91"/>
  <p:cmAuthor id="93" name="rq fan" initials="" lastIdx="0" clrIdx="92"/>
  <p:cmAuthor id="94" name="dingbo" initials="" lastIdx="0" clrIdx="93"/>
  <p:cmAuthor id="95" name="李永欣" initials="" lastIdx="0" clrIdx="94"/>
  <p:cmAuthor id="96" name="丁芙蓉" initials="" lastIdx="0" clrIdx="95"/>
  <p:cmAuthor id="97" name="许弘扬" initials="" lastIdx="0" clrIdx="96"/>
  <p:cmAuthor id="98" name="未知用户23" initials="" lastIdx="0" clrIdx="97"/>
  <p:cmAuthor id="99" name="未知用户24" initials="" lastIdx="0" clrIdx="98"/>
  <p:cmAuthor id="100" name="未知用户25" initials="" lastIdx="0" clrIdx="99"/>
  <p:cmAuthor id="101" name="未知用户26" initials="" lastIdx="0" clrIdx="100"/>
  <p:cmAuthor id="102" name="未知用户27" initials="" lastIdx="0" clrIdx="101"/>
  <p:cmAuthor id="103" name="未知用户28" initials="" lastIdx="0" clrIdx="102"/>
  <p:cmAuthor id="104" name="未知用户29" initials="" lastIdx="0" clrIdx="103"/>
  <p:cmAuthor id="105" name="陈尚文" initials="" lastIdx="0" clrIdx="104"/>
  <p:cmAuthor id="106" name="张宏伟" initials="" lastIdx="0" clrIdx="105"/>
  <p:cmAuthor id="107" name="Yuan Hu" initials="" lastIdx="0" clrIdx="106"/>
  <p:cmAuthor id="108" name="Pei" initials="" lastIdx="0" clrIdx="107"/>
  <p:cmAuthor id="109" name="Ying Li" initials="" lastIdx="0" clrIdx="108"/>
  <p:cmAuthor id="110" name="李威" initials="" lastIdx="0" clrIdx="109"/>
  <p:cmAuthor id="111" name="范作霖" initials="" lastIdx="0" clrIdx="110"/>
  <p:cmAuthor id="112" name="李百秋" initials="" lastIdx="0" clrIdx="111"/>
  <p:cmAuthor id="113" name="张立鑫" initials="" lastIdx="0" clrIdx="112"/>
  <p:cmAuthor id="114" name="杨静" initials="" lastIdx="0" clrIdx="113"/>
  <p:cmAuthor id="115" name="包珊珊" initials="" lastIdx="0" clrIdx="114"/>
  <p:cmAuthor id="116" name="YuQing" initials="" lastIdx="0" clrIdx="115"/>
  <p:cmAuthor id="117" name="Youwen Sun" initials="" lastIdx="0" clrIdx="116"/>
  <p:cmAuthor id="118" name="Microsoft 帐户" initials="" lastIdx="0" clrIdx="117"/>
  <p:cmAuthor id="119" name="�ǲ�����" initials="" lastIdx="0" clrIdx="118"/>
  <p:cmAuthor id="120" name="牛宏民" initials="" lastIdx="0" clrIdx="119"/>
  <p:cmAuthor id="121" name="毛香勤" initials="" lastIdx="0" clrIdx="120"/>
  <p:cmAuthor id="122" name="dadi" initials="" lastIdx="0" clrIdx="121"/>
  <p:cmAuthor id="123" name="郑廷东" initials="" lastIdx="0" clrIdx="122"/>
  <p:cmAuthor id="124" name="张田田" initials="" lastIdx="0" clrIdx="123"/>
  <p:cmAuthor id="125" name="杨彦伟" initials="" lastIdx="0" clrIdx="124"/>
  <p:cmAuthor id="126" name="徐光宇" initials="" lastIdx="0" clrIdx="125"/>
  <p:cmAuthor id="127" name="mac" initials="" lastIdx="0" clrIdx="126"/>
  <p:cmAuthor id="128" name="刘豹" initials="" lastIdx="0" clrIdx="127"/>
  <p:cmAuthor id="129" name="张艳芳" initials="" lastIdx="0" clrIdx="128"/>
  <p:cmAuthor id="130" name="王志刚" initials="" lastIdx="0" clrIdx="129"/>
  <p:cmAuthor id="131" name="孙大威" initials="" lastIdx="0" clrIdx="130"/>
  <p:cmAuthor id="132" name="徐杰" initials="" lastIdx="0" clrIdx="131"/>
  <p:cmAuthor id="133" name="席美娟" initials="" lastIdx="0" clrIdx="132"/>
  <p:cmAuthor id="134" name="朱海平" initials="" lastIdx="0" clrIdx="133"/>
  <p:cmAuthor id="135" name="王景红" initials="" lastIdx="0" clrIdx="134"/>
  <p:cmAuthor id="136" name="席金煜" initials="" lastIdx="0" clrIdx="135"/>
  <p:cmAuthor id="137" name="樊佳佳" initials="" lastIdx="0" clrIdx="136"/>
  <p:cmAuthor id="138" name="fgx" initials="" lastIdx="0" clrIdx="137"/>
  <p:cmAuthor id="139" name="郑汝鸿" initials="" lastIdx="0" clrIdx="138"/>
  <p:cmAuthor id="140" name="杨秀丰" initials="" lastIdx="0" clrIdx="139"/>
  <p:cmAuthor id="141" name="惠莲" initials="" lastIdx="0" clrIdx="140"/>
  <p:cmAuthor id="142" name="邢辰凤" initials="" lastIdx="0" clrIdx="141"/>
  <p:cmAuthor id="143" name="liang ma" initials="" lastIdx="0" clrIdx="142"/>
  <p:cmAuthor id="144" name="高永刚" initials="" lastIdx="0" clrIdx="143"/>
  <p:cmAuthor id="145" name="未知用户46" initials="" lastIdx="0" clrIdx="144"/>
  <p:cmAuthor id="146" name="施普希（菜菜）" initials="施" lastIdx="0" clrIdx="145"/>
  <p:cmAuthor id="147" name="未知用户47" initials="" lastIdx="0" clrIdx="146"/>
  <p:cmAuthor id="148" name="曹 朝辉" initials="曹" lastIdx="0" clrIdx="147"/>
  <p:cmAuthor id="149" name="曾蓓/贝贝" initials="曾" lastIdx="0" clrIdx="148"/>
  <p:cmAuthor id="150" name="未知用户42" initials="" lastIdx="0" clrIdx="149"/>
  <p:cmAuthor id="151" name="未知用户43" initials="" lastIdx="0" clrIdx="150"/>
  <p:cmAuthor id="152" name="未知用户48" initials="" lastIdx="0" clrIdx="151"/>
  <p:cmAuthor id="153" name="未知用户49" initials="" lastIdx="0" clrIdx="152"/>
  <p:cmAuthor id="154" name="未知用户50" initials="" lastIdx="0" clrIdx="153"/>
  <p:cmAuthor id="155" name="未知用户51" initials="" lastIdx="0" clrIdx="154"/>
  <p:cmAuthor id="156" name="未知用户52" initials="" lastIdx="0" clrIdx="155"/>
  <p:cmAuthor id="157" name="未知用户53" initials="" lastIdx="0" clrIdx="156"/>
  <p:cmAuthor id="158" name="未知用户54" initials="" lastIdx="0" clrIdx="157"/>
  <p:cmAuthor id="159" name="未知用户55" initials="" lastIdx="0" clrIdx="158"/>
  <p:cmAuthor id="160" name="未知用户56" initials="" lastIdx="0" clrIdx="159"/>
  <p:cmAuthor id="161" name="未知用户57" initials="" lastIdx="0" clrIdx="160"/>
  <p:cmAuthor id="162" name="未知用户58" initials="" lastIdx="0" clrIdx="161"/>
  <p:cmAuthor id="163" name="未知用户59" initials="" lastIdx="0" clrIdx="162"/>
  <p:cmAuthor id="164" name="光启" initials="" lastIdx="0" clrIdx="163"/>
  <p:cmAuthor id="165" name="侯雪飞" initials="" lastIdx="0" clrIdx="164"/>
  <p:cmAuthor id="166" name="太海峰" initials="" lastIdx="0" clrIdx="165"/>
  <p:cmAuthor id="167" name="周建文" initials="周" lastIdx="0" clrIdx="166"/>
  <p:cmAuthor id="168" name="广东伊利" initials="广" lastIdx="0" clrIdx="167"/>
  <p:cmAuthor id="169" name="朱彩霞" initials="朱" lastIdx="0" clrIdx="168"/>
  <p:cmAuthor id="170" name="王婷慧" initials="王" lastIdx="0" clrIdx="169"/>
  <p:cmAuthor id="171" name="王伟" initials="王" lastIdx="0" clrIdx="170"/>
  <p:cmAuthor id="172" name="姜亚荣" initials="姜" lastIdx="0" clrIdx="171"/>
  <p:cmAuthor id="173" name="杨晶" initials="杨" lastIdx="0" clrIdx="17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563EB"/>
    <a:srgbClr val="FBE1D9"/>
    <a:srgbClr val="F84949"/>
    <a:srgbClr val="17D594"/>
    <a:srgbClr val="FFC000"/>
    <a:srgbClr val="FF7429"/>
    <a:srgbClr val="D9E6FF"/>
    <a:srgbClr val="0153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43" autoAdjust="0"/>
    <p:restoredTop sz="84309" autoAdjust="0"/>
  </p:normalViewPr>
  <p:slideViewPr>
    <p:cSldViewPr snapToGrid="0">
      <p:cViewPr varScale="1">
        <p:scale>
          <a:sx n="66" d="100"/>
          <a:sy n="66" d="100"/>
        </p:scale>
        <p:origin x="672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3.xml"/><Relationship Id="rId8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7" Type="http://schemas.openxmlformats.org/officeDocument/2006/relationships/tags" Target="tags/tag1.xml"/><Relationship Id="rId26" Type="http://schemas.openxmlformats.org/officeDocument/2006/relationships/font" Target="fonts/font7.fntdata"/><Relationship Id="rId25" Type="http://schemas.openxmlformats.org/officeDocument/2006/relationships/font" Target="fonts/font6.fntdata"/><Relationship Id="rId24" Type="http://schemas.openxmlformats.org/officeDocument/2006/relationships/font" Target="fonts/font5.fntdata"/><Relationship Id="rId23" Type="http://schemas.openxmlformats.org/officeDocument/2006/relationships/font" Target="fonts/font4.fntdata"/><Relationship Id="rId22" Type="http://schemas.openxmlformats.org/officeDocument/2006/relationships/font" Target="fonts/font3.fntdata"/><Relationship Id="rId21" Type="http://schemas.openxmlformats.org/officeDocument/2006/relationships/font" Target="fonts/font2.fntdata"/><Relationship Id="rId20" Type="http://schemas.openxmlformats.org/officeDocument/2006/relationships/font" Target="fonts/font1.fntdata"/><Relationship Id="rId2" Type="http://schemas.openxmlformats.org/officeDocument/2006/relationships/theme" Target="theme/theme1.xml"/><Relationship Id="rId19" Type="http://schemas.openxmlformats.org/officeDocument/2006/relationships/commentAuthors" Target="commentAuthors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slide" Target="slides/slide8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78B493-38AC-442F-9EDF-D2D562AD7F4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5FD2E7-BBF7-4268-B5AC-40762A522CB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5FD2E7-BBF7-4268-B5AC-40762A522CB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cs-CZ"/>
          </a:p>
        </p:txBody>
      </p:sp>
      <p:sp>
        <p:nvSpPr>
          <p:cNvPr id="4" name="Slide Image Placeholder 3"/>
          <p:cNvSpPr>
            <a:spLocks noGrp="1"/>
          </p:cNvSpPr>
          <p:nvPr>
            <p:ph type="sldImg" sz="quarter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algn="l" defTabSz="914400">
              <a:lnSpc>
                <a:spcPct val="100000"/>
              </a:lnSpc>
            </a:pPr>
            <a:r>
              <a:rPr sz="1600" b="0" i="0" u="none" strike="noStrike" spc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各位领导，首先汇报为什么要建这个平台。前期我们对投促局做了实地调研，发现三个真问题。</a:t>
            </a:r>
            <a:endParaRPr sz="1600" b="0" i="0" u="none" strike="noStrike" spc="0">
              <a:solidFill>
                <a:srgbClr val="1F2329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algn="l" defTabSz="914400">
              <a:lnSpc>
                <a:spcPct val="100000"/>
              </a:lnSpc>
            </a:pPr>
            <a:r>
              <a:rPr sz="1600" b="0" i="0" u="none" strike="noStrike" spc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第一，大量谋划和在谈项目不具上报条件，市级系统管不了，区级看不到全量，进度只能靠电话催、表格记。</a:t>
            </a:r>
            <a:endParaRPr sz="1600" b="0" i="0" u="none" strike="noStrike" spc="0">
              <a:solidFill>
                <a:srgbClr val="1F2329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algn="l" defTabSz="914400">
              <a:lnSpc>
                <a:spcPct val="100000"/>
              </a:lnSpc>
            </a:pPr>
            <a:r>
              <a:rPr sz="1600" b="0" i="0" u="none" strike="noStrike" spc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第二，国企、部门、园区的考核全是线下人工统计，认缴、见商出差、活动这些数据逐月汇总，月均大约要花 5 人天。</a:t>
            </a:r>
            <a:endParaRPr sz="1600" b="0" i="0" u="none" strike="noStrike" spc="0">
              <a:solidFill>
                <a:srgbClr val="1F2329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algn="l" defTabSz="914400">
              <a:lnSpc>
                <a:spcPct val="100000"/>
              </a:lnSpc>
            </a:pPr>
            <a:r>
              <a:rPr sz="1600" b="0" i="0" u="none" strike="noStrike" spc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第三，同一个项目多头填报，重复录入和统计口径不一的问题同时存在。</a:t>
            </a:r>
            <a:endParaRPr sz="1600" b="0" i="0" u="none" strike="noStrike" spc="0">
              <a:solidFill>
                <a:srgbClr val="1F2329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algn="l" defTabSz="914400">
              <a:lnSpc>
                <a:spcPct val="100000"/>
              </a:lnSpc>
            </a:pPr>
            <a:r>
              <a:rPr sz="1600" b="0" i="0" u="none" strike="noStrike" spc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我们的应对方案是：建设区级独立平台，与市级形成"上报通道 + 管理底座"的互补格局。因为市级不提供接口，我们采用市级导出数据 Excel 批量导入的方式，导入时自动判重。</a:t>
            </a:r>
            <a:endParaRPr sz="1600" b="0" i="0" u="none" strike="noStrike" spc="0">
              <a:solidFill>
                <a:srgbClr val="1F2329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 hasCustomPrompt="1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&lt;#&gt;</a:t>
            </a:r>
            <a:endParaRPr lang="cs-CZ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5FD2E7-BBF7-4268-B5AC-40762A522CB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cs-CZ"/>
          </a:p>
        </p:txBody>
      </p:sp>
      <p:sp>
        <p:nvSpPr>
          <p:cNvPr id="4" name="Slide Image Placeholder 3"/>
          <p:cNvSpPr>
            <a:spLocks noGrp="1"/>
          </p:cNvSpPr>
          <p:nvPr>
            <p:ph type="sldImg" sz="quarter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algn="l" defTabSz="914400">
              <a:lnSpc>
                <a:spcPct val="100000"/>
              </a:lnSpc>
            </a:pPr>
            <a:r>
              <a:rPr sz="1600" b="0" i="0" u="none" strike="noStrike" spc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接下来汇报平台做什么。前期我们从投促局调研汇聚了 15 项需求，归纳为五大类：独立部署与数据导入、项目全生命周期管理、多主体考核、智能体应用、站内信提醒。</a:t>
            </a:r>
            <a:endParaRPr sz="1600" b="0" i="0" u="none" strike="noStrike" spc="0">
              <a:solidFill>
                <a:srgbClr val="1F2329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algn="l" defTabSz="914400">
              <a:lnSpc>
                <a:spcPct val="100000"/>
              </a:lnSpc>
            </a:pPr>
            <a:r>
              <a:rPr sz="1600" b="0" i="0" u="none" strike="noStrike" spc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右边这张架构图就是我们的总体设计。最顶层是企业 OA 统一门户，单点登录、账号同步。</a:t>
            </a:r>
            <a:endParaRPr sz="1600" b="0" i="0" u="none" strike="noStrike" spc="0">
              <a:solidFill>
                <a:srgbClr val="1F2329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algn="l" defTabSz="914400">
              <a:lnSpc>
                <a:spcPct val="100000"/>
              </a:lnSpc>
            </a:pPr>
            <a:r>
              <a:rPr sz="1600" b="0" i="0" u="none" strike="noStrike" spc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下面是展示层，分 Web 端和手机 H5 端，有五个工作台：区投促局工作台、园区工作台、国企部门工作台、系统管理后台、区级领导看板。</a:t>
            </a:r>
            <a:endParaRPr sz="1600" b="0" i="0" u="none" strike="noStrike" spc="0">
              <a:solidFill>
                <a:srgbClr val="1F2329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algn="l" defTabSz="914400">
              <a:lnSpc>
                <a:spcPct val="100000"/>
              </a:lnSpc>
            </a:pPr>
            <a:r>
              <a:rPr sz="1600" b="0" i="0" u="none" strike="noStrike" spc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再往下是功能层，也就是应用层，四大模块：项目全生命周期管理、绩效考核管理、统计看板、系统管理。</a:t>
            </a:r>
            <a:endParaRPr sz="1600" b="0" i="0" u="none" strike="noStrike" spc="0">
              <a:solidFill>
                <a:srgbClr val="1F2329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algn="l" defTabSz="914400">
              <a:lnSpc>
                <a:spcPct val="100000"/>
              </a:lnSpc>
            </a:pPr>
            <a:r>
              <a:rPr sz="1600" b="0" i="0" u="none" strike="noStrike" spc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最底层是底座能力层，也就是 AI 智能体：智能判重、报告自动总结、自动预警、数据归集。</a:t>
            </a:r>
            <a:endParaRPr sz="1600" b="0" i="0" u="none" strike="noStrike" spc="0">
              <a:solidFill>
                <a:srgbClr val="1F2329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algn="l" defTabSz="914400">
              <a:lnSpc>
                <a:spcPct val="100000"/>
              </a:lnSpc>
            </a:pPr>
            <a:r>
              <a:rPr sz="1600" b="0" i="0" u="none" strike="noStrike" spc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设计原则有三条：第一，正向流转不回退；第二，数据一次录入、全程继承、自动判重；第三，考核数据从业务自动生成，不用重复填报。</a:t>
            </a:r>
            <a:endParaRPr sz="1600" b="0" i="0" u="none" strike="noStrike" spc="0">
              <a:solidFill>
                <a:srgbClr val="1F2329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 hasCustomPrompt="1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&lt;#&gt;</a:t>
            </a:r>
            <a:endParaRPr lang="cs-CZ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cs-CZ"/>
          </a:p>
        </p:txBody>
      </p:sp>
      <p:sp>
        <p:nvSpPr>
          <p:cNvPr id="4" name="Slide Image Placeholder 3"/>
          <p:cNvSpPr>
            <a:spLocks noGrp="1"/>
          </p:cNvSpPr>
          <p:nvPr>
            <p:ph type="sldImg" sz="quarter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algn="l" defTabSz="914400">
              <a:lnSpc>
                <a:spcPct val="100000"/>
              </a:lnSpc>
            </a:pPr>
            <a:r>
              <a:rPr sz="1600" b="0" i="0" u="none" strike="noStrike" spc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第一个核心场景是项目全流程管理。整个流程是四阶段正向流转：谋划、在谈、签约、落地，前一阶段的数据自动带入下一阶段，没有逆向回退。</a:t>
            </a:r>
            <a:endParaRPr sz="1600" b="0" i="0" u="none" strike="noStrike" spc="0">
              <a:solidFill>
                <a:srgbClr val="1F2329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algn="l" defTabSz="914400">
              <a:lnSpc>
                <a:spcPct val="100000"/>
              </a:lnSpc>
            </a:pPr>
            <a:r>
              <a:rPr sz="1600" b="0" i="0" u="none" strike="noStrike" spc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在谈阶段是管理重点，有四项核心能力：一是决策节点管理，投委会、常务会、国企投决会、供地会四类节点，由发起单位手动标记通过日期。</a:t>
            </a:r>
            <a:endParaRPr sz="1600" b="0" i="0" u="none" strike="noStrike" spc="0">
              <a:solidFill>
                <a:srgbClr val="1F2329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algn="l" defTabSz="914400">
              <a:lnSpc>
                <a:spcPct val="100000"/>
              </a:lnSpc>
            </a:pPr>
            <a:r>
              <a:rPr sz="1600" b="0" i="0" u="none" strike="noStrike" spc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二是协作分派，可以添加多个单位组，每组独立配置接收单位，按单位拆分独立任务，系统自动判定反馈是否达标。</a:t>
            </a:r>
            <a:endParaRPr sz="1600" b="0" i="0" u="none" strike="noStrike" spc="0">
              <a:solidFill>
                <a:srgbClr val="1F2329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algn="l" defTabSz="914400">
              <a:lnSpc>
                <a:spcPct val="100000"/>
              </a:lnSpc>
            </a:pPr>
            <a:r>
              <a:rPr sz="1600" b="0" i="0" u="none" strike="noStrike" spc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三是项目移交，仅限移交到 4 个园区，移交后双方共同管理。四是进展汇报，每次不超过 500 字，超时自动预警，进展时间线全程留痕。</a:t>
            </a:r>
            <a:endParaRPr sz="1600" b="0" i="0" u="none" strike="noStrike" spc="0">
              <a:solidFill>
                <a:srgbClr val="1F2329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algn="l" defTabSz="914400">
              <a:lnSpc>
                <a:spcPct val="100000"/>
              </a:lnSpc>
            </a:pPr>
            <a:r>
              <a:rPr sz="1600" b="0" i="0" u="none" strike="noStrike" spc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另外，谋划、在谈、签约三个阶段都有超期预警，阈值可以在系统管理里配置，系统每天自动扫描，超了就给责任人发通知。</a:t>
            </a:r>
            <a:endParaRPr sz="1600" b="0" i="0" u="none" strike="noStrike" spc="0">
              <a:solidFill>
                <a:srgbClr val="1F2329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 hasCustomPrompt="1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&lt;#&gt;</a:t>
            </a:r>
            <a:endParaRPr lang="cs-CZ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cs-CZ"/>
          </a:p>
        </p:txBody>
      </p:sp>
      <p:sp>
        <p:nvSpPr>
          <p:cNvPr id="4" name="Slide Image Placeholder 3"/>
          <p:cNvSpPr>
            <a:spLocks noGrp="1"/>
          </p:cNvSpPr>
          <p:nvPr>
            <p:ph type="sldImg" sz="quarter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algn="l" defTabSz="914400">
              <a:lnSpc>
                <a:spcPct val="100000"/>
              </a:lnSpc>
            </a:pPr>
            <a:r>
              <a:rPr sz="1600" b="0" i="0" u="none" strike="noStrike" spc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第二个核心场景是绩效考核闭环。整个闭环分四步：目标设定下发、台账填报、两级审核累计、结果双看板。</a:t>
            </a:r>
            <a:endParaRPr sz="1600" b="0" i="0" u="none" strike="noStrike" spc="0">
              <a:solidFill>
                <a:srgbClr val="1F2329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algn="l" defTabSz="914400">
              <a:lnSpc>
                <a:spcPct val="100000"/>
              </a:lnSpc>
            </a:pPr>
            <a:r>
              <a:rPr sz="1600" b="0" i="0" u="none" strike="noStrike" spc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目标设定环节，园区默认绑定 8 项指标，国企绑定 5 项，部门是文字目标。可以按年度或季度切换，批量下发，历史版本可回滚。</a:t>
            </a:r>
            <a:endParaRPr sz="1600" b="0" i="0" u="none" strike="noStrike" spc="0">
              <a:solidFill>
                <a:srgbClr val="1F2329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algn="l" defTabSz="914400">
              <a:lnSpc>
                <a:spcPct val="100000"/>
              </a:lnSpc>
            </a:pPr>
            <a:r>
              <a:rPr sz="1600" b="0" i="0" u="none" strike="noStrike" spc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台账填报环节，见商出差、招商活动都是一事一记，支持上传会议照片、签到表、会议纪要等佐证材料。</a:t>
            </a:r>
            <a:endParaRPr sz="1600" b="0" i="0" u="none" strike="noStrike" spc="0">
              <a:solidFill>
                <a:srgbClr val="1F2329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algn="l" defTabSz="914400">
              <a:lnSpc>
                <a:spcPct val="100000"/>
              </a:lnSpc>
            </a:pPr>
            <a:r>
              <a:rPr sz="1600" b="0" i="0" u="none" strike="noStrike" spc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审核环节，先由业务处室初审，再由局办公室终审，通过后自动计入对应指标，全程留痕可追溯。</a:t>
            </a:r>
            <a:endParaRPr sz="1600" b="0" i="0" u="none" strike="noStrike" spc="0">
              <a:solidFill>
                <a:srgbClr val="1F2329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algn="l" defTabSz="914400">
              <a:lnSpc>
                <a:spcPct val="100000"/>
              </a:lnSpc>
            </a:pPr>
            <a:r>
              <a:rPr sz="1600" b="0" i="0" u="none" strike="noStrike" spc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看板有两个：进度看板看每个单位的指标完成情况，总览看板看全区四项核心指标汇总、各园区排名和动态预警。</a:t>
            </a:r>
            <a:endParaRPr sz="1600" b="0" i="0" u="none" strike="noStrike" spc="0">
              <a:solidFill>
                <a:srgbClr val="1F2329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algn="l" defTabSz="914400">
              <a:lnSpc>
                <a:spcPct val="100000"/>
              </a:lnSpc>
            </a:pPr>
            <a:r>
              <a:rPr sz="1600" b="0" i="0" u="none" strike="noStrike" spc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这里有个核心亮点——签约金额、到资、开工、国企尽调这些指标，都是从全周期系统自动同步的，不用考核对象重复填报。点一下数字还能穿透到具体项目明细。</a:t>
            </a:r>
            <a:endParaRPr sz="1600" b="0" i="0" u="none" strike="noStrike" spc="0">
              <a:solidFill>
                <a:srgbClr val="1F2329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 hasCustomPrompt="1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&lt;#&gt;</a:t>
            </a:r>
            <a:endParaRPr lang="cs-CZ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cs-CZ"/>
          </a:p>
        </p:txBody>
      </p:sp>
      <p:sp>
        <p:nvSpPr>
          <p:cNvPr id="4" name="Slide Image Placeholder 3"/>
          <p:cNvSpPr>
            <a:spLocks noGrp="1"/>
          </p:cNvSpPr>
          <p:nvPr>
            <p:ph type="sldImg" sz="quarter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algn="l" defTabSz="914400">
              <a:lnSpc>
                <a:spcPct val="100000"/>
              </a:lnSpc>
            </a:pPr>
            <a:r>
              <a:rPr sz="1600" b="0" i="0" u="none" strike="noStrike" spc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第三个核心场景是 AI 智能体能力，我们做了三项核心能力。</a:t>
            </a:r>
            <a:endParaRPr sz="1600" b="0" i="0" u="none" strike="noStrike" spc="0">
              <a:solidFill>
                <a:srgbClr val="1F2329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algn="l" defTabSz="914400">
              <a:lnSpc>
                <a:spcPct val="100000"/>
              </a:lnSpc>
            </a:pPr>
            <a:r>
              <a:rPr sz="1600" b="0" i="0" u="none" strike="noStrike" spc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第一是 AI 自动判重。新增、编辑、导入三个场景都有四级判重机制。手动场景实时预警，分 L1 到 L4 四个等级处置；导入场景命中后转研判池，由投促局统一裁决，防止项目重复录入。</a:t>
            </a:r>
            <a:endParaRPr sz="1600" b="0" i="0" u="none" strike="noStrike" spc="0">
              <a:solidFill>
                <a:srgbClr val="1F2329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algn="l" defTabSz="914400">
              <a:lnSpc>
                <a:spcPct val="100000"/>
              </a:lnSpc>
            </a:pPr>
            <a:r>
              <a:rPr sz="1600" b="0" i="0" u="none" strike="noStrike" spc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第二是智能统计和 AI 统计报告。签约、落地、到位资金这些指标实时计算，支持园区排名和明细导出。AI 还能把项目统计和考核统计合并，生成一份综合统计报告。</a:t>
            </a:r>
            <a:endParaRPr sz="1600" b="0" i="0" u="none" strike="noStrike" spc="0">
              <a:solidFill>
                <a:srgbClr val="1F2329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algn="l" defTabSz="914400">
              <a:lnSpc>
                <a:spcPct val="100000"/>
              </a:lnSpc>
            </a:pPr>
            <a:r>
              <a:rPr sz="1600" b="0" i="0" u="none" strike="noStrike" spc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第三是 AI 分析总结。每个项目详情页都有 AI 月度进展摘要，四段式：总体进展、重要节点、风险待协调、下一步建议。另外考核佐证材料也能 AI 自动解析，供审核人员参考。</a:t>
            </a:r>
            <a:endParaRPr sz="1600" b="0" i="0" u="none" strike="noStrike" spc="0">
              <a:solidFill>
                <a:srgbClr val="1F2329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algn="l" defTabSz="914400">
              <a:lnSpc>
                <a:spcPct val="100000"/>
              </a:lnSpc>
            </a:pPr>
            <a:r>
              <a:rPr sz="1600" b="0" i="0" u="none" strike="noStrike" spc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另外站内信提醒是独立的功能模块，不是 AI 智能体的能力，覆盖任务分派、反馈催办、超期预警、审核结果等 9 类场景，点击消息直达处理页。</a:t>
            </a:r>
            <a:endParaRPr sz="1600" b="0" i="0" u="none" strike="noStrike" spc="0">
              <a:solidFill>
                <a:srgbClr val="1F2329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 hasCustomPrompt="1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&lt;#&gt;</a:t>
            </a:r>
            <a:endParaRPr lang="cs-CZ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cs-CZ"/>
          </a:p>
        </p:txBody>
      </p:sp>
      <p:sp>
        <p:nvSpPr>
          <p:cNvPr id="4" name="Slide Image Placeholder 3"/>
          <p:cNvSpPr>
            <a:spLocks noGrp="1"/>
          </p:cNvSpPr>
          <p:nvPr>
            <p:ph type="sldImg" sz="quarter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algn="l" defTabSz="914400">
              <a:lnSpc>
                <a:spcPct val="100000"/>
              </a:lnSpc>
            </a:pPr>
            <a:r>
              <a:rPr sz="1600" b="0" i="0" u="none" strike="noStrike" spc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最后汇报阶段成果和预期效果。</a:t>
            </a:r>
            <a:endParaRPr sz="1600" b="0" i="0" u="none" strike="noStrike" spc="0">
              <a:solidFill>
                <a:srgbClr val="1F2329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algn="l" defTabSz="914400">
              <a:lnSpc>
                <a:spcPct val="100000"/>
              </a:lnSpc>
            </a:pPr>
            <a:r>
              <a:rPr sz="1600" b="0" i="0" u="none" strike="noStrike" spc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阶段成果是"三个一"：一份完整的需求文档，PRD 覆盖 4 大板块、20 多章节、105 项功能点；一套可演示的原型 DEMO，覆盖四大模块核心场景；一套可量化的验收标准，三项核心指标。</a:t>
            </a:r>
            <a:endParaRPr sz="1600" b="0" i="0" u="none" strike="noStrike" spc="0">
              <a:solidFill>
                <a:srgbClr val="1F2329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algn="l" defTabSz="914400">
              <a:lnSpc>
                <a:spcPct val="100000"/>
              </a:lnSpc>
            </a:pPr>
            <a:r>
              <a:rPr sz="1600" b="0" i="0" u="none" strike="noStrike" spc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预期效果和我们调研发现的三个问题一一呼应：第一个问题是项目看不到全量，对应效果是全流程可追溯管理，谋划到落地全程留痕，进度一屏可见。</a:t>
            </a:r>
            <a:endParaRPr sz="1600" b="0" i="0" u="none" strike="noStrike" spc="0">
              <a:solidFill>
                <a:srgbClr val="1F2329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algn="l" defTabSz="914400">
              <a:lnSpc>
                <a:spcPct val="100000"/>
              </a:lnSpc>
            </a:pPr>
            <a:r>
              <a:rPr sz="1600" b="0" i="0" u="none" strike="noStrike" spc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第二个问题是考核靠人工统计，对应效果是考核全线上化，填报、审核、统计全程线上，佐证材料线上留存。</a:t>
            </a:r>
            <a:endParaRPr sz="1600" b="0" i="0" u="none" strike="noStrike" spc="0">
              <a:solidFill>
                <a:srgbClr val="1F2329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algn="l" defTabSz="914400">
              <a:lnSpc>
                <a:spcPct val="100000"/>
              </a:lnSpc>
            </a:pPr>
            <a:r>
              <a:rPr sz="1600" b="0" i="0" u="none" strike="noStrike" spc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第三个问题是多头填报，对应效果是数据一次录入全程继承，AI 判重拦截重复，口径统一可验。</a:t>
            </a:r>
            <a:endParaRPr sz="1600" b="0" i="0" u="none" strike="noStrike" spc="0">
              <a:solidFill>
                <a:srgbClr val="1F2329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algn="l" defTabSz="914400">
              <a:lnSpc>
                <a:spcPct val="100000"/>
              </a:lnSpc>
            </a:pPr>
            <a:r>
              <a:rPr sz="1600" b="0" i="0" u="none" strike="noStrike" spc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以上就是本次阶段汇报的全部内容，请领导指示。</a:t>
            </a:r>
            <a:endParaRPr sz="1600" b="0" i="0" u="none" strike="noStrike" spc="0">
              <a:solidFill>
                <a:srgbClr val="1F2329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 hasCustomPrompt="1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&lt;#&gt;</a:t>
            </a:r>
            <a:endParaRPr lang="cs-CZ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C53F1-901F-4535-B1F4-8860C593D9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04989-EDC1-4E80-98DD-BE3A0F50831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C53F1-901F-4535-B1F4-8860C593D9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04989-EDC1-4E80-98DD-BE3A0F50831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C53F1-901F-4535-B1F4-8860C593D9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04989-EDC1-4E80-98DD-BE3A0F50831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C53F1-901F-4535-B1F4-8860C593D9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04989-EDC1-4E80-98DD-BE3A0F50831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C53F1-901F-4535-B1F4-8860C593D9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04989-EDC1-4E80-98DD-BE3A0F50831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C53F1-901F-4535-B1F4-8860C593D9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04989-EDC1-4E80-98DD-BE3A0F50831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C53F1-901F-4535-B1F4-8860C593D9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04989-EDC1-4E80-98DD-BE3A0F50831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C53F1-901F-4535-B1F4-8860C593D9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04989-EDC1-4E80-98DD-BE3A0F50831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C53F1-901F-4535-B1F4-8860C593D9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04989-EDC1-4E80-98DD-BE3A0F50831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C53F1-901F-4535-B1F4-8860C593D9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04989-EDC1-4E80-98DD-BE3A0F50831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C53F1-901F-4535-B1F4-8860C593D9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04989-EDC1-4E80-98DD-BE3A0F50831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 showMasterSp="0">
  <p:cSld name="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defTabSz="247015">
              <a:defRPr/>
            </a:pPr>
            <a:fld id="{86CB4B4D-7CA3-9044-876B-883B54F8677D}" type="slidenum">
              <a:rPr lang="en-US" altLang="zh-CN" smtClean="0">
                <a:solidFill>
                  <a:srgbClr val="FFFFFF">
                    <a:tint val="75000"/>
                  </a:srgbClr>
                </a:solidFill>
              </a:rPr>
            </a:fld>
            <a:endParaRPr lang="en-US" altLang="zh-CN">
              <a:solidFill>
                <a:srgbClr val="FFFFFF">
                  <a:tint val="75000"/>
                </a:srgbClr>
              </a:solidFill>
            </a:endParaRPr>
          </a:p>
        </p:txBody>
      </p:sp>
      <p:grpSp>
        <p:nvGrpSpPr>
          <p:cNvPr id="4" name="组合 3"/>
          <p:cNvGrpSpPr/>
          <p:nvPr userDrawn="1"/>
        </p:nvGrpSpPr>
        <p:grpSpPr>
          <a:xfrm>
            <a:off x="648434" y="512541"/>
            <a:ext cx="67057" cy="349920"/>
            <a:chOff x="1081126" y="972631"/>
            <a:chExt cx="124178" cy="568795"/>
          </a:xfrm>
        </p:grpSpPr>
        <p:sp>
          <p:nvSpPr>
            <p:cNvPr id="2" name="矩形 1"/>
            <p:cNvSpPr/>
            <p:nvPr/>
          </p:nvSpPr>
          <p:spPr>
            <a:xfrm>
              <a:off x="1081126" y="972631"/>
              <a:ext cx="124178" cy="39888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24701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97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方正兰亭黑简体" panose="02000000000000000000" charset="-122"/>
                <a:ea typeface="方正兰亭黑简体" panose="02000000000000000000" charset="-122"/>
              </a:endParaRPr>
            </a:p>
          </p:txBody>
        </p:sp>
        <p:sp>
          <p:nvSpPr>
            <p:cNvPr id="3" name="矩形 2"/>
            <p:cNvSpPr/>
            <p:nvPr/>
          </p:nvSpPr>
          <p:spPr>
            <a:xfrm>
              <a:off x="1081126" y="1336466"/>
              <a:ext cx="124178" cy="20496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24701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97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方正兰亭黑简体" panose="02000000000000000000" charset="-122"/>
                <a:ea typeface="方正兰亭黑简体" panose="02000000000000000000" charset="-122"/>
              </a:endParaRPr>
            </a:p>
          </p:txBody>
        </p:sp>
      </p:grpSp>
      <p:pic>
        <p:nvPicPr>
          <p:cNvPr id="5" name="图片 4" descr="卡通人物&#10;&#10;低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5610" y="475655"/>
            <a:ext cx="1544013" cy="378120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浅色-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7255239" y="2655323"/>
            <a:ext cx="4936761" cy="130414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327402" y="2550035"/>
            <a:ext cx="2415798" cy="16025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500" b="0">
                <a:solidFill>
                  <a:schemeClr val="tx2"/>
                </a:solidFill>
                <a:latin typeface="FZLanTingHeiS-EB-GB" pitchFamily="2" charset="-122"/>
                <a:ea typeface="FZLanTingHeiS-EB-GB" pitchFamily="2" charset="-122"/>
              </a:defRPr>
            </a:lvl1pPr>
          </a:lstStyle>
          <a:p>
            <a:pPr lvl="0"/>
            <a:r>
              <a:rPr lang="en-US" altLang="zh-CN" dirty="0"/>
              <a:t>00</a:t>
            </a:r>
            <a:endParaRPr lang="zh-CN" altLang="en-US" dirty="0"/>
          </a:p>
        </p:txBody>
      </p:sp>
      <p:sp>
        <p:nvSpPr>
          <p:cNvPr id="9" name="文本占位符 7"/>
          <p:cNvSpPr>
            <a:spLocks noGrp="1"/>
          </p:cNvSpPr>
          <p:nvPr>
            <p:ph type="body" sz="quarter" idx="11" hasCustomPrompt="1"/>
          </p:nvPr>
        </p:nvSpPr>
        <p:spPr>
          <a:xfrm>
            <a:off x="2580119" y="2734811"/>
            <a:ext cx="4507436" cy="4108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0">
                <a:solidFill>
                  <a:schemeClr val="tx1"/>
                </a:solidFill>
                <a:latin typeface="FZLanTingHeiS-EB-GB" pitchFamily="2" charset="-122"/>
                <a:ea typeface="FZLanTingHeiS-EB-GB" pitchFamily="2" charset="-122"/>
              </a:defRPr>
            </a:lvl1pPr>
          </a:lstStyle>
          <a:p>
            <a:pPr lvl="0"/>
            <a:r>
              <a:rPr lang="zh-CN" altLang="en-US" dirty="0"/>
              <a:t>章节页标题位置</a:t>
            </a:r>
            <a:endParaRPr lang="zh-CN" altLang="en-US" dirty="0"/>
          </a:p>
        </p:txBody>
      </p:sp>
      <p:sp>
        <p:nvSpPr>
          <p:cNvPr id="10" name="内容占位符 11"/>
          <p:cNvSpPr>
            <a:spLocks noGrp="1"/>
          </p:cNvSpPr>
          <p:nvPr>
            <p:ph sz="quarter" idx="12" hasCustomPrompt="1"/>
          </p:nvPr>
        </p:nvSpPr>
        <p:spPr>
          <a:xfrm>
            <a:off x="2563924" y="3380341"/>
            <a:ext cx="4507436" cy="6381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</a:defRPr>
            </a:lvl1pPr>
          </a:lstStyle>
          <a:p>
            <a:pPr lvl="0"/>
            <a:r>
              <a:rPr lang="zh-CN" altLang="en-US" dirty="0"/>
              <a:t>在此添加描述此章节的相关文字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610"/>
          <a:stretch>
            <a:fillRect/>
          </a:stretch>
        </p:blipFill>
        <p:spPr>
          <a:xfrm>
            <a:off x="10220958" y="356553"/>
            <a:ext cx="1315720" cy="33595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/>
          <p:cNvSpPr>
            <a:spLocks noGrp="1"/>
          </p:cNvSpPr>
          <p:nvPr>
            <p:ph sz="quarter" idx="12" hasCustomPrompt="1"/>
          </p:nvPr>
        </p:nvSpPr>
        <p:spPr bwMode="auto">
          <a:xfrm>
            <a:off x="614713" y="1052736"/>
            <a:ext cx="10992000" cy="5328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 baseline="0">
                <a:solidFill>
                  <a:schemeClr val="tx1"/>
                </a:solidFill>
                <a:latin typeface="+mn-lt"/>
              </a:defRPr>
            </a:lvl1pPr>
            <a:lvl2pPr>
              <a:defRPr sz="1800" baseline="0">
                <a:solidFill>
                  <a:schemeClr val="tx1"/>
                </a:solidFill>
                <a:latin typeface="+mn-lt"/>
              </a:defRPr>
            </a:lvl2pPr>
            <a:lvl3pPr>
              <a:defRPr sz="1600" baseline="0">
                <a:solidFill>
                  <a:schemeClr val="tx1"/>
                </a:solidFill>
                <a:latin typeface="+mn-lt"/>
              </a:defRPr>
            </a:lvl3pPr>
            <a:lvl4pPr>
              <a:defRPr sz="1400" baseline="0">
                <a:solidFill>
                  <a:schemeClr val="tx1"/>
                </a:solidFill>
                <a:latin typeface="+mn-lt"/>
              </a:defRPr>
            </a:lvl4pPr>
            <a:lvl5pPr>
              <a:defRPr sz="1200" baseline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CA" dirty="0"/>
              <a:t>First Level Text</a:t>
            </a:r>
            <a:endParaRPr lang="en-CA" dirty="0"/>
          </a:p>
          <a:p>
            <a:pPr lvl="1"/>
            <a:r>
              <a:rPr lang="en-CA" dirty="0"/>
              <a:t>Second Level Text</a:t>
            </a:r>
            <a:endParaRPr lang="en-CA" dirty="0"/>
          </a:p>
          <a:p>
            <a:pPr lvl="2"/>
            <a:r>
              <a:rPr lang="en-CA" dirty="0"/>
              <a:t>Third Level Text</a:t>
            </a:r>
            <a:endParaRPr lang="en-CA" dirty="0"/>
          </a:p>
          <a:p>
            <a:pPr lvl="3"/>
            <a:r>
              <a:rPr lang="en-CA" dirty="0"/>
              <a:t>Fourth Level Text</a:t>
            </a:r>
            <a:endParaRPr lang="en-CA" dirty="0"/>
          </a:p>
          <a:p>
            <a:pPr lvl="4"/>
            <a:r>
              <a:rPr lang="en-CA" dirty="0"/>
              <a:t>Fifth Level Text</a:t>
            </a:r>
            <a:endParaRPr lang="en-CA" dirty="0"/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 bwMode="auto">
          <a:xfrm>
            <a:off x="609600" y="114275"/>
            <a:ext cx="9955200" cy="648000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Master Title Slide Headline</a:t>
            </a:r>
            <a:endParaRPr lang="en-CA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自定义布局 - 2">
  <p:cSld name="自定义布局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浅色空白页/整图/视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浅色-中英文混排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桌子, 水, 游戏机, 男人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442913" y="333375"/>
            <a:ext cx="1225550" cy="306387"/>
          </a:xfrm>
          <a:prstGeom prst="rect">
            <a:avLst/>
          </a:prstGeom>
        </p:spPr>
      </p:pic>
      <p:sp>
        <p:nvSpPr>
          <p:cNvPr id="4" name="文本框 3"/>
          <p:cNvSpPr txBox="1"/>
          <p:nvPr userDrawn="1"/>
        </p:nvSpPr>
        <p:spPr>
          <a:xfrm>
            <a:off x="10065275" y="6468550"/>
            <a:ext cx="189053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www.volcengine.com</a:t>
            </a:r>
            <a:endParaRPr lang="zh-CN" altLang="en-US" sz="900" kern="12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2" name="矩形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1000"/>
                </a:schemeClr>
              </a:gs>
              <a:gs pos="100000">
                <a:srgbClr val="00E5E5">
                  <a:alpha val="20000"/>
                </a:srgbClr>
              </a:gs>
            </a:gsLst>
            <a:lin ang="5400000" scaled="1"/>
            <a:tileRect/>
          </a:gradFill>
          <a:ln w="6350">
            <a:noFill/>
          </a:ln>
          <a:effectLst>
            <a:outerShdw blurRad="241300" dist="88900" dir="2700000" algn="tl" rotWithShape="0">
              <a:schemeClr val="accent1">
                <a:alpha val="10000"/>
              </a:schemeClr>
            </a:outerShdw>
          </a:effectLst>
          <a:scene3d>
            <a:camera prst="orthographicFront"/>
            <a:lightRig rig="contrasting" dir="t"/>
          </a:scene3d>
          <a:sp3d extrusionH="508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7278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1664FF">
                    <a:alpha val="43000"/>
                  </a:srgbClr>
                </a:outerShdw>
              </a:effectLst>
              <a:uLnTx/>
              <a:uFillTx/>
              <a:latin typeface="FZLanTingHeiS-DB-GB" pitchFamily="2" charset="-122"/>
              <a:ea typeface="FZLanTingHeiS-DB-GB" pitchFamily="2" charset="-122"/>
              <a:cs typeface="Segoe UI Light" panose="020B0502040204020203" pitchFamily="3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浅色-中英文混排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桌子, 水, 游戏机, 男人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DDE8FF">
                  <a:alpha val="0"/>
                </a:srgbClr>
              </a:gs>
              <a:gs pos="0">
                <a:schemeClr val="tx2">
                  <a:lumMod val="40000"/>
                  <a:lumOff val="60000"/>
                  <a:alpha val="82000"/>
                </a:schemeClr>
              </a:gs>
            </a:gsLst>
            <a:lin ang="9000000" scaled="0"/>
            <a:tileRect/>
          </a:gradFill>
          <a:ln w="6350">
            <a:noFill/>
          </a:ln>
          <a:effectLst>
            <a:outerShdw blurRad="241300" dist="88900" dir="2700000" algn="tl" rotWithShape="0">
              <a:schemeClr val="accent1">
                <a:alpha val="10000"/>
              </a:schemeClr>
            </a:outerShdw>
          </a:effectLst>
          <a:scene3d>
            <a:camera prst="orthographicFront"/>
            <a:lightRig rig="contrasting" dir="t"/>
          </a:scene3d>
          <a:sp3d extrusionH="508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727835"/>
            <a:endParaRPr kumimoji="1" lang="zh-CN" altLang="en-US" sz="1400" kern="0" dirty="0">
              <a:solidFill>
                <a:schemeClr val="bg1"/>
              </a:solidFill>
              <a:effectLst>
                <a:outerShdw blurRad="38100" dist="38100" dir="2700000" algn="tl">
                  <a:schemeClr val="accent1">
                    <a:alpha val="43000"/>
                  </a:schemeClr>
                </a:outerShdw>
              </a:effectLst>
              <a:latin typeface="FZLanTingHeiS-DB-GB" pitchFamily="2" charset="-122"/>
              <a:ea typeface="FZLanTingHeiS-DB-GB" pitchFamily="2" charset="-122"/>
              <a:cs typeface="Segoe UI Light" panose="020B0502040204020203" pitchFamily="34" charset="0"/>
            </a:endParaRPr>
          </a:p>
        </p:txBody>
      </p:sp>
      <p:sp>
        <p:nvSpPr>
          <p:cNvPr id="36" name="文本占位符 14"/>
          <p:cNvSpPr>
            <a:spLocks noGrp="1"/>
          </p:cNvSpPr>
          <p:nvPr>
            <p:ph type="body" sz="quarter" idx="13" hasCustomPrompt="1"/>
          </p:nvPr>
        </p:nvSpPr>
        <p:spPr>
          <a:xfrm>
            <a:off x="347663" y="4684520"/>
            <a:ext cx="6993452" cy="2944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>
                <a:latin typeface="FZLanTingHeiS-R-GB" panose="02000000000000000000" pitchFamily="2" charset="-122"/>
                <a:ea typeface="FZLanTingHeiS-R-GB" panose="02000000000000000000" pitchFamily="2" charset="-122"/>
              </a:defRPr>
            </a:lvl1pPr>
          </a:lstStyle>
          <a:p>
            <a:pPr lvl="0"/>
            <a:r>
              <a:rPr kumimoji="1" lang="zh-CN" altLang="en-US" dirty="0"/>
              <a:t>演讲人：火山引擎</a:t>
            </a:r>
            <a:endParaRPr kumimoji="1" lang="zh-CN" altLang="en-US" dirty="0"/>
          </a:p>
        </p:txBody>
      </p:sp>
      <p:sp>
        <p:nvSpPr>
          <p:cNvPr id="37" name="文本占位符 14"/>
          <p:cNvSpPr>
            <a:spLocks noGrp="1"/>
          </p:cNvSpPr>
          <p:nvPr>
            <p:ph type="body" sz="quarter" idx="14" hasCustomPrompt="1"/>
          </p:nvPr>
        </p:nvSpPr>
        <p:spPr>
          <a:xfrm>
            <a:off x="347663" y="5026227"/>
            <a:ext cx="6993452" cy="2944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 i="0">
                <a:latin typeface="Byte Sans SemiLight" pitchFamily="2" charset="0"/>
                <a:ea typeface="微软雅黑 Light" pitchFamily="34" charset="-122"/>
              </a:defRPr>
            </a:lvl1pPr>
          </a:lstStyle>
          <a:p>
            <a:pPr lvl="0"/>
            <a:r>
              <a:rPr kumimoji="1" lang="en-GB" altLang="zh-CN" dirty="0"/>
              <a:t>SPEAKER</a:t>
            </a:r>
            <a:r>
              <a:rPr kumimoji="1" lang="zh-CN" altLang="en-US" dirty="0"/>
              <a:t>：</a:t>
            </a:r>
            <a:r>
              <a:rPr kumimoji="1" lang="en-US" altLang="zh-CN" dirty="0"/>
              <a:t>VOLCENGINE</a:t>
            </a:r>
            <a:endParaRPr kumimoji="1" lang="zh-CN" altLang="en-US" dirty="0"/>
          </a:p>
        </p:txBody>
      </p:sp>
      <p:sp>
        <p:nvSpPr>
          <p:cNvPr id="38" name="文本占位符 14"/>
          <p:cNvSpPr>
            <a:spLocks noGrp="1"/>
          </p:cNvSpPr>
          <p:nvPr>
            <p:ph type="body" sz="quarter" idx="15" hasCustomPrompt="1"/>
          </p:nvPr>
        </p:nvSpPr>
        <p:spPr>
          <a:xfrm>
            <a:off x="347663" y="1611068"/>
            <a:ext cx="6993452" cy="2944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Byte Sans SemiLight" pitchFamily="2" charset="0"/>
                <a:ea typeface="微软雅黑 Light" pitchFamily="34" charset="-122"/>
              </a:defRPr>
            </a:lvl1pPr>
          </a:lstStyle>
          <a:p>
            <a:pPr lvl="0"/>
            <a:r>
              <a:rPr kumimoji="1" lang="en-US" altLang="zh-CN" dirty="0"/>
              <a:t>English title is Byte</a:t>
            </a:r>
            <a:r>
              <a:rPr kumimoji="1" lang="zh-CN" altLang="en-US" dirty="0"/>
              <a:t> </a:t>
            </a:r>
            <a:r>
              <a:rPr kumimoji="1" lang="en-US" altLang="zh-CN" dirty="0"/>
              <a:t>Sans</a:t>
            </a:r>
            <a:r>
              <a:rPr kumimoji="1" lang="zh-CN" altLang="en-US" dirty="0"/>
              <a:t> </a:t>
            </a:r>
            <a:r>
              <a:rPr kumimoji="1" lang="en-US" altLang="zh-CN" dirty="0"/>
              <a:t>Semilight-20#</a:t>
            </a:r>
            <a:endParaRPr kumimoji="1" lang="zh-CN" altLang="en-US" dirty="0"/>
          </a:p>
        </p:txBody>
      </p:sp>
      <p:sp>
        <p:nvSpPr>
          <p:cNvPr id="41" name="文本占位符 14"/>
          <p:cNvSpPr>
            <a:spLocks noGrp="1"/>
          </p:cNvSpPr>
          <p:nvPr>
            <p:ph type="body" sz="quarter" idx="17" hasCustomPrompt="1"/>
          </p:nvPr>
        </p:nvSpPr>
        <p:spPr>
          <a:xfrm>
            <a:off x="360579" y="2705244"/>
            <a:ext cx="6980536" cy="42465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solidFill>
                  <a:schemeClr val="tx1"/>
                </a:solidFill>
                <a:latin typeface="FZLanTingHeiS-EB-GB" pitchFamily="2" charset="-122"/>
                <a:ea typeface="FZLanTingHeiS-EB-GB" pitchFamily="2" charset="-122"/>
              </a:defRPr>
            </a:lvl1pPr>
          </a:lstStyle>
          <a:p>
            <a:pPr lvl="0"/>
            <a:r>
              <a:rPr kumimoji="1" lang="zh-CN" altLang="en-US" dirty="0"/>
              <a:t>副标题 方正兰亭大黑</a:t>
            </a:r>
            <a:r>
              <a:rPr kumimoji="1" lang="en-US" altLang="zh-CN" dirty="0"/>
              <a:t>-28#</a:t>
            </a:r>
            <a:endParaRPr kumimoji="1" lang="zh-CN" altLang="en-US" dirty="0"/>
          </a:p>
        </p:txBody>
      </p:sp>
      <p:sp>
        <p:nvSpPr>
          <p:cNvPr id="42" name="文本占位符 14"/>
          <p:cNvSpPr>
            <a:spLocks noGrp="1"/>
          </p:cNvSpPr>
          <p:nvPr>
            <p:ph type="body" sz="quarter" idx="12" hasCustomPrompt="1"/>
          </p:nvPr>
        </p:nvSpPr>
        <p:spPr>
          <a:xfrm>
            <a:off x="347663" y="3390790"/>
            <a:ext cx="3671514" cy="6535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Byte Sans SemiLight" pitchFamily="2" charset="0"/>
                <a:ea typeface="微软雅黑 Light" pitchFamily="34" charset="-122"/>
              </a:defRPr>
            </a:lvl1pPr>
          </a:lstStyle>
          <a:p>
            <a:pPr lvl="0"/>
            <a:r>
              <a:rPr kumimoji="1" lang="en-US" altLang="zh-CN" dirty="0"/>
              <a:t>English subtitle reserved place of Byte</a:t>
            </a:r>
            <a:r>
              <a:rPr kumimoji="1" lang="zh-CN" altLang="en-US" dirty="0"/>
              <a:t> </a:t>
            </a:r>
            <a:r>
              <a:rPr kumimoji="1" lang="en-US" altLang="zh-CN" dirty="0"/>
              <a:t>Sans</a:t>
            </a:r>
            <a:r>
              <a:rPr kumimoji="1" lang="zh-CN" altLang="en-US" dirty="0"/>
              <a:t> </a:t>
            </a:r>
            <a:r>
              <a:rPr kumimoji="1" lang="en-US" altLang="zh-CN" dirty="0"/>
              <a:t>Semilight-18#</a:t>
            </a:r>
            <a:endParaRPr kumimoji="1" lang="en-GB" altLang="zh-CN" dirty="0"/>
          </a:p>
        </p:txBody>
      </p:sp>
      <p:sp>
        <p:nvSpPr>
          <p:cNvPr id="43" name="标题 39"/>
          <p:cNvSpPr>
            <a:spLocks noGrp="1"/>
          </p:cNvSpPr>
          <p:nvPr>
            <p:ph type="title" hasCustomPrompt="1"/>
          </p:nvPr>
        </p:nvSpPr>
        <p:spPr>
          <a:xfrm>
            <a:off x="334964" y="1968273"/>
            <a:ext cx="7417116" cy="650875"/>
          </a:xfrm>
          <a:prstGeom prst="rect">
            <a:avLst/>
          </a:prstGeom>
        </p:spPr>
        <p:txBody>
          <a:bodyPr/>
          <a:lstStyle>
            <a:lvl1pPr>
              <a:defRPr sz="4800" b="0">
                <a:latin typeface="FZLanTingHeiS-EB-GB" pitchFamily="2" charset="-122"/>
                <a:ea typeface="FZLanTingHeiS-EB-GB" pitchFamily="2" charset="-122"/>
              </a:defRPr>
            </a:lvl1pPr>
          </a:lstStyle>
          <a:p>
            <a:r>
              <a:rPr lang="zh-CN" altLang="en-US" dirty="0"/>
              <a:t>标题方正兰亭大黑</a:t>
            </a:r>
            <a:r>
              <a:rPr lang="en-US" altLang="zh-CN" dirty="0"/>
              <a:t>-48#</a:t>
            </a:r>
            <a:endParaRPr lang="zh-CN" altLang="en-US" dirty="0"/>
          </a:p>
        </p:txBody>
      </p:sp>
      <p:sp>
        <p:nvSpPr>
          <p:cNvPr id="6" name="文本框 5"/>
          <p:cNvSpPr txBox="1"/>
          <p:nvPr userDrawn="1"/>
        </p:nvSpPr>
        <p:spPr>
          <a:xfrm>
            <a:off x="10065275" y="6468550"/>
            <a:ext cx="189053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www.volcengine.com</a:t>
            </a:r>
            <a:endParaRPr lang="zh-CN" altLang="en-US" sz="900" kern="12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256512" y="6468550"/>
            <a:ext cx="407989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Copyright©2024VolcanoEngine.Allrightsreserved.</a:t>
            </a:r>
            <a:endParaRPr lang="en-US" altLang="zh-CN" sz="9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1000"/>
                </a:schemeClr>
              </a:gs>
              <a:gs pos="100000">
                <a:srgbClr val="00E5E5">
                  <a:alpha val="20000"/>
                </a:srgbClr>
              </a:gs>
            </a:gsLst>
            <a:lin ang="5400000" scaled="1"/>
            <a:tileRect/>
          </a:gradFill>
          <a:ln w="6350">
            <a:noFill/>
          </a:ln>
          <a:effectLst>
            <a:outerShdw blurRad="241300" dist="88900" dir="2700000" algn="tl" rotWithShape="0">
              <a:schemeClr val="accent1">
                <a:alpha val="10000"/>
              </a:schemeClr>
            </a:outerShdw>
          </a:effectLst>
          <a:scene3d>
            <a:camera prst="orthographicFront"/>
            <a:lightRig rig="contrasting" dir="t"/>
          </a:scene3d>
          <a:sp3d extrusionH="508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7278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1664FF">
                    <a:alpha val="43000"/>
                  </a:srgbClr>
                </a:outerShdw>
              </a:effectLst>
              <a:uLnTx/>
              <a:uFillTx/>
              <a:latin typeface="FZLanTingHeiS-DB-GB" pitchFamily="2" charset="-122"/>
              <a:ea typeface="FZLanTingHeiS-DB-GB" pitchFamily="2" charset="-122"/>
              <a:cs typeface="Segoe UI Light" panose="020B0502040204020203" pitchFamily="3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浅色-空白内容页（有 logo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rgbClr val="00E5E5">
                  <a:alpha val="20000"/>
                </a:srgbClr>
              </a:gs>
            </a:gsLst>
            <a:lin ang="5400000" scaled="1"/>
            <a:tileRect/>
          </a:gradFill>
          <a:ln w="6350">
            <a:noFill/>
          </a:ln>
          <a:effectLst>
            <a:outerShdw blurRad="241300" dist="88900" dir="2700000" algn="tl" rotWithShape="0">
              <a:schemeClr val="accent1">
                <a:alpha val="10000"/>
              </a:schemeClr>
            </a:outerShdw>
          </a:effectLst>
          <a:scene3d>
            <a:camera prst="orthographicFront"/>
            <a:lightRig rig="contrasting" dir="t"/>
          </a:scene3d>
          <a:sp3d extrusionH="508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7278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1664FF">
                    <a:alpha val="43000"/>
                  </a:srgbClr>
                </a:outerShdw>
              </a:effectLst>
              <a:uLnTx/>
              <a:uFillTx/>
              <a:latin typeface="FZLanTingHeiS-DB-GB" pitchFamily="2" charset="-122"/>
              <a:ea typeface="FZLanTingHeiS-DB-GB" pitchFamily="2" charset="-122"/>
              <a:cs typeface="Segoe UI Light" panose="020B0502040204020203" pitchFamily="34" charset="0"/>
            </a:endParaRPr>
          </a:p>
        </p:txBody>
      </p:sp>
      <p:sp>
        <p:nvSpPr>
          <p:cNvPr id="5" name="标题 14"/>
          <p:cNvSpPr>
            <a:spLocks noGrp="1"/>
          </p:cNvSpPr>
          <p:nvPr>
            <p:ph type="title"/>
          </p:nvPr>
        </p:nvSpPr>
        <p:spPr>
          <a:xfrm>
            <a:off x="482600" y="363855"/>
            <a:ext cx="9501187" cy="47148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b="1" i="0"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grpSp>
        <p:nvGrpSpPr>
          <p:cNvPr id="3" name="组合 2"/>
          <p:cNvGrpSpPr/>
          <p:nvPr userDrawn="1"/>
        </p:nvGrpSpPr>
        <p:grpSpPr>
          <a:xfrm>
            <a:off x="424405" y="381362"/>
            <a:ext cx="58195" cy="311150"/>
            <a:chOff x="362269" y="381362"/>
            <a:chExt cx="120331" cy="311150"/>
          </a:xfrm>
        </p:grpSpPr>
        <p:sp>
          <p:nvSpPr>
            <p:cNvPr id="2" name="矩形 1"/>
            <p:cNvSpPr/>
            <p:nvPr userDrawn="1"/>
          </p:nvSpPr>
          <p:spPr>
            <a:xfrm>
              <a:off x="362269" y="381362"/>
              <a:ext cx="120331" cy="31115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" name="矩形 6"/>
            <p:cNvSpPr/>
            <p:nvPr userDrawn="1"/>
          </p:nvSpPr>
          <p:spPr>
            <a:xfrm>
              <a:off x="362269" y="574675"/>
              <a:ext cx="120331" cy="117837"/>
            </a:xfrm>
            <a:prstGeom prst="rect">
              <a:avLst/>
            </a:prstGeom>
            <a:solidFill>
              <a:srgbClr val="00E4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</p:grp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610"/>
          <a:stretch>
            <a:fillRect/>
          </a:stretch>
        </p:blipFill>
        <p:spPr>
          <a:xfrm>
            <a:off x="10220958" y="356553"/>
            <a:ext cx="1315720" cy="33595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浅色空白页/整图/视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610"/>
          <a:stretch>
            <a:fillRect/>
          </a:stretch>
        </p:blipFill>
        <p:spPr>
          <a:xfrm>
            <a:off x="10220958" y="356553"/>
            <a:ext cx="1315720" cy="33595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180网格-浅色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362269" y="381369"/>
            <a:ext cx="45719" cy="3111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425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61" name="图片 60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10558463" y="333382"/>
            <a:ext cx="1225550" cy="306393"/>
          </a:xfrm>
          <a:prstGeom prst="rect">
            <a:avLst/>
          </a:prstGeom>
        </p:spPr>
      </p:pic>
      <p:sp>
        <p:nvSpPr>
          <p:cNvPr id="5" name="标题 14"/>
          <p:cNvSpPr>
            <a:spLocks noGrp="1"/>
          </p:cNvSpPr>
          <p:nvPr>
            <p:ph type="title"/>
          </p:nvPr>
        </p:nvSpPr>
        <p:spPr>
          <a:xfrm>
            <a:off x="442914" y="314398"/>
            <a:ext cx="9501187" cy="47149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b="1" i="0"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screen"/>
          <a:srcRect l="16290" r="65557"/>
          <a:stretch>
            <a:fillRect/>
          </a:stretch>
        </p:blipFill>
        <p:spPr>
          <a:xfrm>
            <a:off x="1" y="16229"/>
            <a:ext cx="12191999" cy="6858000"/>
          </a:xfrm>
          <a:custGeom>
            <a:avLst/>
            <a:gdLst>
              <a:gd name="connsiteX0" fmla="*/ 0 w 12191999"/>
              <a:gd name="connsiteY0" fmla="*/ 0 h 6858000"/>
              <a:gd name="connsiteX1" fmla="*/ 12191999 w 12191999"/>
              <a:gd name="connsiteY1" fmla="*/ 0 h 6858000"/>
              <a:gd name="connsiteX2" fmla="*/ 12191999 w 12191999"/>
              <a:gd name="connsiteY2" fmla="*/ 6858000 h 6858000"/>
              <a:gd name="connsiteX3" fmla="*/ 0 w 1219199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6858000">
                <a:moveTo>
                  <a:pt x="0" y="0"/>
                </a:moveTo>
                <a:lnTo>
                  <a:pt x="12191999" y="0"/>
                </a:lnTo>
                <a:lnTo>
                  <a:pt x="12191999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4" name="标题 14"/>
          <p:cNvSpPr>
            <a:spLocks noGrp="1"/>
          </p:cNvSpPr>
          <p:nvPr>
            <p:ph type="title"/>
          </p:nvPr>
        </p:nvSpPr>
        <p:spPr>
          <a:xfrm>
            <a:off x="482600" y="305478"/>
            <a:ext cx="9501187" cy="47148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b="0" i="0"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424405" y="381362"/>
            <a:ext cx="58195" cy="311150"/>
            <a:chOff x="362269" y="381362"/>
            <a:chExt cx="120331" cy="311150"/>
          </a:xfrm>
        </p:grpSpPr>
        <p:sp>
          <p:nvSpPr>
            <p:cNvPr id="6" name="矩形 5"/>
            <p:cNvSpPr/>
            <p:nvPr userDrawn="1"/>
          </p:nvSpPr>
          <p:spPr>
            <a:xfrm>
              <a:off x="362269" y="381362"/>
              <a:ext cx="120331" cy="31115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+mn-ea"/>
                <a:ea typeface="+mn-ea"/>
              </a:endParaRPr>
            </a:p>
          </p:txBody>
        </p:sp>
        <p:sp>
          <p:nvSpPr>
            <p:cNvPr id="7" name="矩形 6"/>
            <p:cNvSpPr/>
            <p:nvPr userDrawn="1"/>
          </p:nvSpPr>
          <p:spPr>
            <a:xfrm>
              <a:off x="362269" y="574675"/>
              <a:ext cx="120331" cy="117837"/>
            </a:xfrm>
            <a:prstGeom prst="rect">
              <a:avLst/>
            </a:prstGeom>
            <a:solidFill>
              <a:srgbClr val="00E4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+mn-ea"/>
                <a:ea typeface="+mn-ea"/>
              </a:endParaRPr>
            </a:p>
          </p:txBody>
        </p:sp>
      </p:grpSp>
      <p:pic>
        <p:nvPicPr>
          <p:cNvPr id="10" name="图片 9"/>
          <p:cNvPicPr>
            <a:picLocks noChangeAspect="1"/>
          </p:cNvPicPr>
          <p:nvPr userDrawn="1"/>
        </p:nvPicPr>
        <p:blipFill rotWithShape="1">
          <a:blip r:embed="rId3" cstate="screen"/>
          <a:srcRect/>
          <a:stretch>
            <a:fillRect/>
          </a:stretch>
        </p:blipFill>
        <p:spPr>
          <a:xfrm>
            <a:off x="10220958" y="300798"/>
            <a:ext cx="1315720" cy="335959"/>
          </a:xfrm>
          <a:prstGeom prst="rect">
            <a:avLst/>
          </a:prstGeom>
        </p:spPr>
      </p:pic>
      <p:sp>
        <p:nvSpPr>
          <p:cNvPr id="3" name="文本框 2"/>
          <p:cNvSpPr txBox="1"/>
          <p:nvPr userDrawn="1"/>
        </p:nvSpPr>
        <p:spPr>
          <a:xfrm>
            <a:off x="121043" y="6595550"/>
            <a:ext cx="407989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Copyright©2024VolcanoEngine.Allrightsreserved.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screen"/>
          <a:srcRect l="16290" r="65557"/>
          <a:stretch>
            <a:fillRect/>
          </a:stretch>
        </p:blipFill>
        <p:spPr>
          <a:xfrm>
            <a:off x="1" y="0"/>
            <a:ext cx="12191999" cy="6858000"/>
          </a:xfrm>
          <a:custGeom>
            <a:avLst/>
            <a:gdLst>
              <a:gd name="connsiteX0" fmla="*/ 0 w 12191999"/>
              <a:gd name="connsiteY0" fmla="*/ 0 h 6858000"/>
              <a:gd name="connsiteX1" fmla="*/ 12191999 w 12191999"/>
              <a:gd name="connsiteY1" fmla="*/ 0 h 6858000"/>
              <a:gd name="connsiteX2" fmla="*/ 12191999 w 12191999"/>
              <a:gd name="connsiteY2" fmla="*/ 6858000 h 6858000"/>
              <a:gd name="connsiteX3" fmla="*/ 0 w 1219199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6858000">
                <a:moveTo>
                  <a:pt x="0" y="0"/>
                </a:moveTo>
                <a:lnTo>
                  <a:pt x="12191999" y="0"/>
                </a:lnTo>
                <a:lnTo>
                  <a:pt x="12191999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10558463" y="314293"/>
            <a:ext cx="1225550" cy="306387"/>
          </a:xfrm>
          <a:prstGeom prst="rect">
            <a:avLst/>
          </a:prstGeom>
        </p:spPr>
      </p:pic>
      <p:grpSp>
        <p:nvGrpSpPr>
          <p:cNvPr id="11" name="组合 10"/>
          <p:cNvGrpSpPr/>
          <p:nvPr userDrawn="1"/>
        </p:nvGrpSpPr>
        <p:grpSpPr>
          <a:xfrm>
            <a:off x="424405" y="381361"/>
            <a:ext cx="58195" cy="311150"/>
            <a:chOff x="362269" y="381362"/>
            <a:chExt cx="120331" cy="311150"/>
          </a:xfrm>
        </p:grpSpPr>
        <p:sp>
          <p:nvSpPr>
            <p:cNvPr id="12" name="矩形 11"/>
            <p:cNvSpPr/>
            <p:nvPr userDrawn="1"/>
          </p:nvSpPr>
          <p:spPr>
            <a:xfrm>
              <a:off x="362269" y="381362"/>
              <a:ext cx="120331" cy="31115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3" name="矩形 12"/>
            <p:cNvSpPr/>
            <p:nvPr userDrawn="1"/>
          </p:nvSpPr>
          <p:spPr>
            <a:xfrm>
              <a:off x="362269" y="574675"/>
              <a:ext cx="120331" cy="117837"/>
            </a:xfrm>
            <a:prstGeom prst="rect">
              <a:avLst/>
            </a:prstGeom>
            <a:solidFill>
              <a:srgbClr val="00E4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15" name="AutoShape 2"/>
          <p:cNvSpPr txBox="1"/>
          <p:nvPr userDrawn="1"/>
        </p:nvSpPr>
        <p:spPr>
          <a:xfrm>
            <a:off x="304136" y="6468551"/>
            <a:ext cx="3984649" cy="226457"/>
          </a:xfrm>
          <a:prstGeom prst="rect">
            <a:avLst/>
          </a:prstGeom>
          <a:ln w="12700">
            <a:miter lim="400000"/>
          </a:ln>
        </p:spPr>
        <p:txBody>
          <a:bodyPr lIns="47619" tIns="47619" rIns="47619" bIns="47619">
            <a:spAutoFit/>
          </a:bodyPr>
          <a:lstStyle>
            <a:lvl1pPr>
              <a:defRPr sz="800">
                <a:solidFill>
                  <a:srgbClr val="808080"/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  <a:sym typeface="微软雅黑" pitchFamily="34" charset="-122"/>
              </a:defRPr>
            </a:lvl1pPr>
          </a:lstStyle>
          <a:p>
            <a:r>
              <a:rPr sz="800" dirty="0">
                <a:latin typeface="微软雅黑" pitchFamily="34" charset="-122"/>
                <a:ea typeface="微软雅黑" pitchFamily="34" charset="-122"/>
              </a:rPr>
              <a:t>Copyright©</a:t>
            </a:r>
            <a:r>
              <a:rPr lang="en-US" altLang="zh-CN" sz="800" dirty="0">
                <a:latin typeface="微软雅黑" pitchFamily="34" charset="-122"/>
                <a:ea typeface="微软雅黑" pitchFamily="34" charset="-122"/>
              </a:rPr>
              <a:t>2025</a:t>
            </a:r>
            <a:r>
              <a:rPr sz="800" dirty="0">
                <a:latin typeface="微软雅黑" pitchFamily="34" charset="-122"/>
                <a:ea typeface="微软雅黑" pitchFamily="34" charset="-122"/>
              </a:rPr>
              <a:t>VolcanoEngine.Allrightsreserved.</a:t>
            </a:r>
            <a:endParaRPr sz="8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标题 14"/>
          <p:cNvSpPr>
            <a:spLocks noGrp="1"/>
          </p:cNvSpPr>
          <p:nvPr>
            <p:ph type="title"/>
          </p:nvPr>
        </p:nvSpPr>
        <p:spPr>
          <a:xfrm>
            <a:off x="453502" y="335917"/>
            <a:ext cx="10104961" cy="403119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2400" b="0" i="0" spc="300"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3.png"/><Relationship Id="rId13" Type="http://schemas.openxmlformats.org/officeDocument/2006/relationships/image" Target="../media/image2.pn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theme" Target="../theme/theme2.xml"/><Relationship Id="rId8" Type="http://schemas.openxmlformats.org/officeDocument/2006/relationships/image" Target="../media/image3.png"/><Relationship Id="rId7" Type="http://schemas.openxmlformats.org/officeDocument/2006/relationships/image" Target="../media/image2.png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6" Type="http://schemas.openxmlformats.org/officeDocument/2006/relationships/theme" Target="../theme/theme3.xml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3" Type="http://schemas.openxmlformats.org/officeDocument/2006/relationships/image" Target="../media/image1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7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image" Target="../media/image1.png"/><Relationship Id="rId7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1.xml"/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1" Type="http://schemas.openxmlformats.org/officeDocument/2006/relationships/theme" Target="../theme/theme4.xml"/><Relationship Id="rId10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8C53F1-901F-4535-B1F4-8860C593D9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904989-EDC1-4E80-98DD-BE3A0F508314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Picture 6" descr="aea6ef53-e2d0-462a-92dc-763a3f494ef2_til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5c7bb779-2656-4db0-bf8b-fb385e2a2006_til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Picture 14" descr="6cb3ff8f-e015-445d-9c11-56f1852c6c89_til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CB4B4D-7CA3-9044-876B-883B54F8677D}" type="slidenum">
              <a:rPr lang="en-US" altLang="zh-CN" smtClean="0"/>
            </a:fld>
            <a:endParaRPr lang="en-US" altLang="zh-CN"/>
          </a:p>
        </p:txBody>
      </p:sp>
      <p:pic>
        <p:nvPicPr>
          <p:cNvPr id="7" name="Picture 6" descr="aea6ef53-e2d0-462a-92dc-763a3f494ef2_ti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5c7bb779-2656-4db0-bf8b-fb385e2a2006_ti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Picture 14" descr="6cb3ff8f-e015-445d-9c11-56f1852c6c89_ti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形 10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8758562"/>
              <a:gd name="connsiteX1" fmla="*/ 12192000 w 12192000"/>
              <a:gd name="connsiteY1" fmla="*/ 0 h 8758562"/>
              <a:gd name="connsiteX2" fmla="*/ 12192000 w 12192000"/>
              <a:gd name="connsiteY2" fmla="*/ 8758562 h 8758562"/>
              <a:gd name="connsiteX3" fmla="*/ 0 w 12192000"/>
              <a:gd name="connsiteY3" fmla="*/ 8758562 h 8758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8758562">
                <a:moveTo>
                  <a:pt x="0" y="0"/>
                </a:moveTo>
                <a:lnTo>
                  <a:pt x="12192000" y="0"/>
                </a:lnTo>
                <a:lnTo>
                  <a:pt x="12192000" y="8758562"/>
                </a:lnTo>
                <a:lnTo>
                  <a:pt x="0" y="8758562"/>
                </a:lnTo>
                <a:close/>
              </a:path>
            </a:pathLst>
          </a:custGeom>
          <a:gradFill>
            <a:gsLst>
              <a:gs pos="0">
                <a:srgbClr val="E1E6EF"/>
              </a:gs>
              <a:gs pos="55000">
                <a:srgbClr val="F9FAFA"/>
              </a:gs>
              <a:gs pos="100000">
                <a:srgbClr val="FFFFFF"/>
              </a:gs>
            </a:gsLst>
            <a:lin ang="12939171" scaled="1"/>
          </a:gradFill>
          <a:ln w="2438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 dirty="0">
              <a:solidFill>
                <a:schemeClr val="tx2"/>
              </a:solidFill>
              <a:latin typeface="Byte Sans Medium" pitchFamily="2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rcRect l="30825" r="30825"/>
          <a:stretch>
            <a:fillRect/>
          </a:stretch>
        </p:blipFill>
        <p:spPr>
          <a:xfrm>
            <a:off x="-338" y="0"/>
            <a:ext cx="4675748" cy="6858000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11787" y="0"/>
            <a:ext cx="4663623" cy="6858000"/>
          </a:xfrm>
          <a:prstGeom prst="rect">
            <a:avLst/>
          </a:prstGeom>
          <a:gradFill flip="none" rotWithShape="1">
            <a:gsLst>
              <a:gs pos="79000">
                <a:schemeClr val="tx2">
                  <a:alpha val="49000"/>
                </a:schemeClr>
              </a:gs>
              <a:gs pos="0">
                <a:schemeClr val="tx2">
                  <a:lumMod val="40000"/>
                  <a:lumOff val="60000"/>
                  <a:alpha val="60000"/>
                </a:schemeClr>
              </a:gs>
            </a:gsLst>
            <a:lin ang="9000000" scaled="0"/>
            <a:tileRect/>
          </a:gradFill>
          <a:ln w="6350">
            <a:noFill/>
          </a:ln>
          <a:effectLst>
            <a:outerShdw blurRad="241300" dist="88900" dir="2700000" algn="tl" rotWithShape="0">
              <a:schemeClr val="accent1">
                <a:alpha val="10000"/>
              </a:schemeClr>
            </a:outerShdw>
          </a:effectLst>
          <a:scene3d>
            <a:camera prst="orthographicFront"/>
            <a:lightRig rig="contrasting" dir="t"/>
          </a:scene3d>
          <a:sp3d extrusionH="508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727835"/>
            <a:endParaRPr kumimoji="1" lang="zh-CN" altLang="en-US" sz="1400" kern="0" dirty="0">
              <a:solidFill>
                <a:schemeClr val="bg1"/>
              </a:solidFill>
              <a:effectLst>
                <a:outerShdw blurRad="38100" dist="38100" dir="2700000" algn="tl">
                  <a:schemeClr val="accent1">
                    <a:alpha val="43000"/>
                  </a:schemeClr>
                </a:outerShdw>
              </a:effectLst>
              <a:latin typeface="FZLanTingHeiS-DB-GB" pitchFamily="2" charset="-122"/>
              <a:ea typeface="FZLanTingHeiS-DB-GB" pitchFamily="2" charset="-122"/>
              <a:cs typeface="Segoe UI Light" panose="020B0502040204020203" pitchFamily="34" charset="0"/>
            </a:endParaRPr>
          </a:p>
        </p:txBody>
      </p:sp>
      <p:sp>
        <p:nvSpPr>
          <p:cNvPr id="8" name="文本框 7"/>
          <p:cNvSpPr txBox="1"/>
          <p:nvPr userDrawn="1"/>
        </p:nvSpPr>
        <p:spPr>
          <a:xfrm>
            <a:off x="256513" y="6497955"/>
            <a:ext cx="407989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900" dirty="0">
                <a:solidFill>
                  <a:schemeClr val="bg1">
                    <a:alpha val="70000"/>
                  </a:schemeClr>
                </a:solidFill>
                <a:latin typeface="微软雅黑" pitchFamily="34" charset="-122"/>
                <a:ea typeface="微软雅黑" pitchFamily="34" charset="-122"/>
              </a:rPr>
              <a:t>Copyright©2023VolcanoEngine.Allrightsreserved.</a:t>
            </a:r>
            <a:endParaRPr lang="en-US" altLang="zh-CN" sz="900" dirty="0">
              <a:solidFill>
                <a:schemeClr val="bg1">
                  <a:alpha val="7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9" name="Picture 8" descr="aea6ef53-e2d0-462a-92dc-763a3f494ef2_t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Picture 9" descr="5c7bb779-2656-4db0-bf8b-fb385e2a2006_ti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Picture 16" descr="6cb3ff8f-e015-445d-9c11-56f1852c6c89_t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形 10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8758562"/>
              <a:gd name="connsiteX1" fmla="*/ 12192000 w 12192000"/>
              <a:gd name="connsiteY1" fmla="*/ 0 h 8758562"/>
              <a:gd name="connsiteX2" fmla="*/ 12192000 w 12192000"/>
              <a:gd name="connsiteY2" fmla="*/ 8758562 h 8758562"/>
              <a:gd name="connsiteX3" fmla="*/ 0 w 12192000"/>
              <a:gd name="connsiteY3" fmla="*/ 8758562 h 8758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8758562">
                <a:moveTo>
                  <a:pt x="0" y="0"/>
                </a:moveTo>
                <a:lnTo>
                  <a:pt x="12192000" y="0"/>
                </a:lnTo>
                <a:lnTo>
                  <a:pt x="12192000" y="8758562"/>
                </a:lnTo>
                <a:lnTo>
                  <a:pt x="0" y="8758562"/>
                </a:lnTo>
                <a:close/>
              </a:path>
            </a:pathLst>
          </a:custGeom>
          <a:gradFill>
            <a:gsLst>
              <a:gs pos="0">
                <a:srgbClr val="E1E6EF"/>
              </a:gs>
              <a:gs pos="55000">
                <a:srgbClr val="F9FAFA"/>
              </a:gs>
              <a:gs pos="100000">
                <a:srgbClr val="FFFFFF"/>
              </a:gs>
            </a:gsLst>
            <a:lin ang="12939171" scaled="1"/>
          </a:gradFill>
          <a:ln w="2438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 dirty="0">
              <a:solidFill>
                <a:schemeClr val="tx2"/>
              </a:solidFill>
              <a:latin typeface="Byte Sans Medium" pitchFamily="2" charset="0"/>
            </a:endParaRPr>
          </a:p>
        </p:txBody>
      </p:sp>
      <p:pic>
        <p:nvPicPr>
          <p:cNvPr id="4" name="Picture 3" descr="aea6ef53-e2d0-462a-92dc-763a3f494ef2_ti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5c7bb779-2656-4db0-bf8b-fb385e2a2006_til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Picture 11" descr="6cb3ff8f-e015-445d-9c11-56f1852c6c89_til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1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12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11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13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14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15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6.xml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t="25052" b="25052"/>
          <a:stretch>
            <a:fillRect/>
          </a:stretch>
        </p:blipFill>
        <p:spPr>
          <a:xfrm>
            <a:off x="8271035" y="2678124"/>
            <a:ext cx="3920870" cy="1304245"/>
          </a:xfrm>
          <a:prstGeom prst="rect">
            <a:avLst/>
          </a:prstGeom>
        </p:spPr>
      </p:pic>
      <p:sp>
        <p:nvSpPr>
          <p:cNvPr id="4" name="文本占位符 1"/>
          <p:cNvSpPr txBox="1"/>
          <p:nvPr/>
        </p:nvSpPr>
        <p:spPr>
          <a:xfrm>
            <a:off x="987860" y="2895548"/>
            <a:ext cx="1494343" cy="86951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>
              <a:buNone/>
            </a:pPr>
            <a:r>
              <a:rPr lang="en-US" altLang="zh-CN" sz="7200" b="1" dirty="0">
                <a:solidFill>
                  <a:srgbClr val="1664FF"/>
                </a:solidFill>
                <a:latin typeface="微软雅黑" pitchFamily="34" charset="-122"/>
                <a:ea typeface="微软雅黑" pitchFamily="34" charset="-122"/>
              </a:rPr>
              <a:t>01</a:t>
            </a:r>
            <a:endParaRPr lang="en-US" altLang="zh-CN" sz="7200" b="1" dirty="0">
              <a:solidFill>
                <a:srgbClr val="1664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266880" y="2678244"/>
            <a:ext cx="3920870" cy="1304124"/>
          </a:xfrm>
          <a:prstGeom prst="rect">
            <a:avLst/>
          </a:prstGeom>
          <a:solidFill>
            <a:schemeClr val="accent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96" y="2678244"/>
            <a:ext cx="863586" cy="13041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文本占位符 3"/>
          <p:cNvSpPr txBox="1"/>
          <p:nvPr/>
        </p:nvSpPr>
        <p:spPr>
          <a:xfrm>
            <a:off x="2172970" y="3006725"/>
            <a:ext cx="5923280" cy="86931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>
              <a:lnSpc>
                <a:spcPct val="100000"/>
              </a:lnSpc>
              <a:buNone/>
            </a:pPr>
            <a:r>
              <a:rPr lang="en-US" altLang="zh-CN" sz="3600" b="1" spc="300" dirty="0">
                <a:solidFill>
                  <a:srgbClr val="1664FF">
                    <a:lumMod val="50000"/>
                  </a:srgbClr>
                </a:solidFill>
                <a:latin typeface="微软雅黑" pitchFamily="34" charset="-122"/>
                <a:ea typeface="微软雅黑" pitchFamily="34" charset="-122"/>
                <a:sym typeface="+mn-ea"/>
              </a:rPr>
              <a:t> </a:t>
            </a:r>
            <a:r>
              <a:rPr lang="zh-CN" altLang="en-US" sz="3600" b="1" spc="300" dirty="0">
                <a:solidFill>
                  <a:srgbClr val="1664FF">
                    <a:lumMod val="50000"/>
                  </a:srgbClr>
                </a:solidFill>
                <a:latin typeface="微软雅黑" pitchFamily="34" charset="-122"/>
                <a:ea typeface="微软雅黑" pitchFamily="34" charset="-122"/>
                <a:sym typeface="+mn-ea"/>
              </a:rPr>
              <a:t>需求阶段工作</a:t>
            </a:r>
            <a:r>
              <a:rPr lang="zh-CN" altLang="en-US" sz="3600" b="1" spc="300" dirty="0">
                <a:solidFill>
                  <a:srgbClr val="1664FF">
                    <a:lumMod val="50000"/>
                  </a:srgbClr>
                </a:solidFill>
                <a:latin typeface="微软雅黑" pitchFamily="34" charset="-122"/>
                <a:ea typeface="微软雅黑" pitchFamily="34" charset="-122"/>
                <a:sym typeface="+mn-ea"/>
              </a:rPr>
              <a:t>回顾</a:t>
            </a:r>
            <a:endParaRPr lang="zh-CN" altLang="en-US" sz="3600" b="1" spc="300" dirty="0">
              <a:solidFill>
                <a:srgbClr val="1664FF">
                  <a:lumMod val="50000"/>
                </a:srgbClr>
              </a:solidFill>
              <a:latin typeface="微软雅黑" pitchFamily="34" charset="-122"/>
              <a:ea typeface="微软雅黑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 Shape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25400" cap="flat" cmpd="sng">
            <a:noFill/>
            <a:round/>
          </a:ln>
        </p:spPr>
        <p:txBody>
          <a:bodyPr vert="horz" wrap="square" lIns="63500" tIns="63500" rIns="63500" bIns="63500" rtlCol="0" anchor="ctr">
            <a:noAutofit/>
          </a:bodyPr>
          <a:lstStyle>
            <a:lvl1pPr>
              <a:buNone/>
            </a:lvl1pPr>
          </a:lstStyle>
          <a:p>
            <a:pPr algn="ctr"/>
            <a:endParaRPr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" name="Auto Shape 2"/>
          <p:cNvSpPr>
            <a:spLocks noGrp="1"/>
          </p:cNvSpPr>
          <p:nvPr/>
        </p:nvSpPr>
        <p:spPr>
          <a:xfrm>
            <a:off x="648434" y="512541"/>
            <a:ext cx="67057" cy="245393"/>
          </a:xfrm>
          <a:prstGeom prst="roundRect">
            <a:avLst>
              <a:gd name="adj" fmla="val 0"/>
            </a:avLst>
          </a:prstGeom>
          <a:solidFill>
            <a:srgbClr val="4472C4"/>
          </a:solidFill>
          <a:ln w="25400" cap="flat" cmpd="sng">
            <a:noFill/>
            <a:round/>
          </a:ln>
        </p:spPr>
        <p:txBody>
          <a:bodyPr vert="horz" wrap="square" lIns="91440" tIns="45720" rIns="91440" bIns="45720" rtlCol="0" anchor="ctr" anchorCtr="0">
            <a:noAutofit/>
          </a:bodyPr>
          <a:lstStyle>
            <a:lvl1pPr algn="ctr" defTabSz="247015">
              <a:lnSpc>
                <a:spcPct val="100000"/>
              </a:lnSpc>
              <a:buNone/>
              <a:defRPr sz="1600">
                <a:solidFill>
                  <a:srgbClr val="1F2329"/>
                </a:solidFill>
                <a:latin typeface="Noto Sans SC"/>
              </a:defRPr>
            </a:lvl1pPr>
          </a:lstStyle>
          <a:p>
            <a:pPr algn="ctr"/>
            <a:endParaRPr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" name="Auto Shape 3"/>
          <p:cNvSpPr>
            <a:spLocks noGrp="1"/>
          </p:cNvSpPr>
          <p:nvPr/>
        </p:nvSpPr>
        <p:spPr>
          <a:xfrm>
            <a:off x="648434" y="736371"/>
            <a:ext cx="67057" cy="126090"/>
          </a:xfrm>
          <a:prstGeom prst="roundRect">
            <a:avLst>
              <a:gd name="adj" fmla="val 0"/>
            </a:avLst>
          </a:prstGeom>
          <a:solidFill>
            <a:srgbClr val="ED7D31"/>
          </a:solidFill>
          <a:ln w="25400" cap="flat" cmpd="sng">
            <a:noFill/>
            <a:round/>
          </a:ln>
        </p:spPr>
        <p:txBody>
          <a:bodyPr vert="horz" wrap="square" lIns="91440" tIns="45720" rIns="91440" bIns="45720" rtlCol="0" anchor="ctr" anchorCtr="0">
            <a:noAutofit/>
          </a:bodyPr>
          <a:lstStyle>
            <a:lvl1pPr algn="ctr" defTabSz="247015">
              <a:lnSpc>
                <a:spcPct val="100000"/>
              </a:lnSpc>
              <a:buNone/>
              <a:defRPr sz="1600">
                <a:solidFill>
                  <a:srgbClr val="1F2329"/>
                </a:solidFill>
                <a:latin typeface="Noto Sans SC"/>
              </a:defRPr>
            </a:lvl1pPr>
          </a:lstStyle>
          <a:p>
            <a:pPr algn="ctr"/>
            <a:endParaRPr>
              <a:latin typeface="PingFang SC" panose="020B0400000000000000" charset="-122"/>
              <a:ea typeface="PingFang SC" panose="020B0400000000000000" charset="-122"/>
            </a:endParaRPr>
          </a:p>
        </p:txBody>
      </p:sp>
      <p:pic>
        <p:nvPicPr>
          <p:cNvPr id="5" name="Picture 4"/>
          <p:cNvPicPr/>
          <p:nvPr/>
        </p:nvPicPr>
        <p:blipFill>
          <a:blip r:embed="rId1"/>
          <a:srcRect/>
          <a:stretch>
            <a:fillRect/>
          </a:stretch>
        </p:blipFill>
        <p:spPr>
          <a:xfrm>
            <a:off x="9995610" y="475655"/>
            <a:ext cx="1544013" cy="378120"/>
          </a:xfrm>
          <a:prstGeom prst="rect">
            <a:avLst/>
          </a:prstGeom>
          <a:noFill/>
          <a:ln w="25400" cap="flat" cmpd="sng">
            <a:noFill/>
            <a:round/>
          </a:ln>
        </p:spPr>
      </p:pic>
      <p:sp>
        <p:nvSpPr>
          <p:cNvPr id="6" name="Text Box 5"/>
          <p:cNvSpPr txBox="1">
            <a:spLocks noGrp="1"/>
          </p:cNvSpPr>
          <p:nvPr/>
        </p:nvSpPr>
        <p:spPr>
          <a:xfrm>
            <a:off x="990600" y="431800"/>
            <a:ext cx="10414000" cy="5588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 defTabSz="914400"/>
          </a:lstStyle>
          <a:p>
            <a:pPr algn="l" defTabSz="914400">
              <a:lnSpc>
                <a:spcPct val="100000"/>
              </a:lnSpc>
            </a:pPr>
            <a:r>
              <a:rPr lang="zh-CN" sz="2800" b="1" i="0" u="none" strike="noStrike" spc="0">
                <a:solidFill>
                  <a:srgbClr val="0F2D55"/>
                </a:solidFill>
                <a:latin typeface="PingFang SC Semibold" panose="020B0400000000000000" charset="-122"/>
                <a:ea typeface="PingFang SC Semibold" panose="020B0400000000000000" charset="-122"/>
                <a:cs typeface="Noto Sans SC"/>
                <a:sym typeface="Noto Sans SC"/>
              </a:rPr>
              <a:t>现状痛点及解决思路</a:t>
            </a:r>
            <a:endParaRPr lang="zh-CN" sz="2800" b="1" i="0" u="none" strike="noStrike" spc="0">
              <a:solidFill>
                <a:srgbClr val="0F2D55"/>
              </a:solidFill>
              <a:latin typeface="PingFang SC Semibold" panose="020B0400000000000000" charset="-122"/>
              <a:ea typeface="PingFang SC Semibold" panose="020B0400000000000000" charset="-122"/>
              <a:cs typeface="Noto Sans SC"/>
              <a:sym typeface="Noto Sans SC"/>
            </a:endParaRPr>
          </a:p>
        </p:txBody>
      </p:sp>
      <p:sp>
        <p:nvSpPr>
          <p:cNvPr id="7" name="Text Box 6"/>
          <p:cNvSpPr txBox="1">
            <a:spLocks noGrp="1"/>
          </p:cNvSpPr>
          <p:nvPr/>
        </p:nvSpPr>
        <p:spPr>
          <a:xfrm>
            <a:off x="990600" y="990600"/>
            <a:ext cx="10414000" cy="2794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 defTabSz="914400"/>
          </a:lstStyle>
          <a:p>
            <a:pPr algn="l" defTabSz="914400">
              <a:lnSpc>
                <a:spcPct val="100000"/>
              </a:lnSpc>
            </a:pPr>
            <a:r>
              <a:rPr sz="1200" i="0" u="none" strike="noStrike" spc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Noto Sans SC"/>
              </a:rPr>
              <a:t>进度靠电话催、统计靠人工、数据多头填——投促局一线调研结论</a:t>
            </a:r>
            <a:endParaRPr sz="1200" i="0" u="none" strike="noStrike" spc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  <a:sym typeface="Noto Sans SC"/>
            </a:endParaRPr>
          </a:p>
        </p:txBody>
      </p:sp>
      <p:cxnSp>
        <p:nvCxnSpPr>
          <p:cNvPr id="8" name="Connector"/>
          <p:cNvCxnSpPr/>
          <p:nvPr/>
        </p:nvCxnSpPr>
        <p:spPr>
          <a:xfrm rot="-4093">
            <a:off x="762004" y="1416051"/>
            <a:ext cx="10668000" cy="12700"/>
          </a:xfrm>
          <a:prstGeom prst="straightConnector1">
            <a:avLst/>
          </a:prstGeom>
          <a:solidFill>
            <a:srgbClr val="DEE0E3"/>
          </a:solidFill>
          <a:ln w="12700" cap="flat" cmpd="sng">
            <a:solidFill>
              <a:srgbClr val="E2E8F0"/>
            </a:solidFill>
            <a:round/>
          </a:ln>
        </p:spPr>
      </p:cxnSp>
      <p:sp>
        <p:nvSpPr>
          <p:cNvPr id="9" name="Auto Shape 8"/>
          <p:cNvSpPr>
            <a:spLocks noGrp="1"/>
          </p:cNvSpPr>
          <p:nvPr/>
        </p:nvSpPr>
        <p:spPr>
          <a:xfrm>
            <a:off x="762000" y="1625600"/>
            <a:ext cx="1117600" cy="304800"/>
          </a:xfrm>
          <a:prstGeom prst="roundRect">
            <a:avLst>
              <a:gd name="adj" fmla="val 0"/>
            </a:avLst>
          </a:prstGeom>
          <a:solidFill>
            <a:srgbClr val="DBEAFE"/>
          </a:solidFill>
          <a:ln w="25400" cap="flat" cmpd="sng">
            <a:noFill/>
            <a:round/>
          </a:ln>
        </p:spPr>
        <p:txBody>
          <a:bodyPr vert="horz" wrap="square" lIns="63500" tIns="63500" rIns="63500" bIns="63500" rtlCol="0" anchor="ctr" anchorCtr="0">
            <a:noAutofit/>
          </a:bodyPr>
          <a:lstStyle>
            <a:lvl1pPr algn="ctr" defTabSz="914400">
              <a:lnSpc>
                <a:spcPct val="100000"/>
              </a:lnSpc>
              <a:buNone/>
              <a:defRPr sz="1600">
                <a:solidFill>
                  <a:srgbClr val="1F2329"/>
                </a:solidFill>
                <a:latin typeface="Noto Sans SC"/>
              </a:defRPr>
            </a:lvl1pPr>
          </a:lstStyle>
          <a:p>
            <a:pPr algn="ctr"/>
            <a:endParaRPr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0" name="Text Box 9"/>
          <p:cNvSpPr txBox="1">
            <a:spLocks noGrp="1"/>
          </p:cNvSpPr>
          <p:nvPr/>
        </p:nvSpPr>
        <p:spPr>
          <a:xfrm>
            <a:off x="762000" y="1651000"/>
            <a:ext cx="1117600" cy="2540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ctr" defTabSz="914400"/>
          </a:lstStyle>
          <a:p>
            <a:pPr algn="ctr" defTabSz="914400">
              <a:lnSpc>
                <a:spcPct val="100000"/>
              </a:lnSpc>
            </a:pPr>
            <a:r>
              <a:rPr sz="1100" i="0" u="none" strike="noStrike" spc="100">
                <a:solidFill>
                  <a:srgbClr val="2563EB"/>
                </a:solidFill>
                <a:latin typeface="PingFang SC" panose="020B0400000000000000" charset="-122"/>
                <a:ea typeface="PingFang SC" panose="020B0400000000000000" charset="-122"/>
                <a:cs typeface="Noto Sans SC"/>
                <a:sym typeface="Noto Sans SC"/>
              </a:rPr>
              <a:t>调研痛点</a:t>
            </a:r>
            <a:endParaRPr sz="1100" i="0" u="none" strike="noStrike" spc="100">
              <a:solidFill>
                <a:srgbClr val="2563EB"/>
              </a:solidFill>
              <a:latin typeface="PingFang SC" panose="020B0400000000000000" charset="-122"/>
              <a:ea typeface="PingFang SC" panose="020B0400000000000000" charset="-122"/>
              <a:cs typeface="Noto Sans SC"/>
              <a:sym typeface="Noto Sans SC"/>
            </a:endParaRPr>
          </a:p>
        </p:txBody>
      </p:sp>
      <p:sp>
        <p:nvSpPr>
          <p:cNvPr id="11" name="Auto Shape 10"/>
          <p:cNvSpPr>
            <a:spLocks noGrp="1"/>
          </p:cNvSpPr>
          <p:nvPr/>
        </p:nvSpPr>
        <p:spPr>
          <a:xfrm>
            <a:off x="762000" y="2159000"/>
            <a:ext cx="2540000" cy="1879600"/>
          </a:xfrm>
          <a:prstGeom prst="roundRect">
            <a:avLst>
              <a:gd name="adj" fmla="val 5405"/>
            </a:avLst>
          </a:prstGeom>
          <a:solidFill>
            <a:srgbClr val="E2E8F0"/>
          </a:solidFill>
          <a:ln w="25400" cap="flat" cmpd="sng">
            <a:noFill/>
            <a:round/>
          </a:ln>
          <a:effectLst>
            <a:outerShdw blurRad="101600" dist="38100" dir="5400000" algn="tl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 anchorCtr="0">
            <a:noAutofit/>
          </a:bodyPr>
          <a:lstStyle>
            <a:lvl1pPr algn="ctr" defTabSz="914400">
              <a:lnSpc>
                <a:spcPct val="100000"/>
              </a:lnSpc>
              <a:buNone/>
              <a:defRPr sz="1600">
                <a:solidFill>
                  <a:srgbClr val="1F2329"/>
                </a:solidFill>
                <a:latin typeface="Noto Sans SC"/>
              </a:defRPr>
            </a:lvl1pPr>
          </a:lstStyle>
          <a:p>
            <a:pPr algn="ctr"/>
            <a:endParaRPr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2" name="Auto Shape 11"/>
          <p:cNvSpPr>
            <a:spLocks noGrp="1"/>
          </p:cNvSpPr>
          <p:nvPr/>
        </p:nvSpPr>
        <p:spPr>
          <a:xfrm>
            <a:off x="965200" y="2362200"/>
            <a:ext cx="355600" cy="355600"/>
          </a:xfrm>
          <a:prstGeom prst="ellipse">
            <a:avLst/>
          </a:prstGeom>
          <a:solidFill>
            <a:srgbClr val="2563EB"/>
          </a:solidFill>
          <a:ln w="25400" cap="flat" cmpd="sng">
            <a:noFill/>
            <a:round/>
          </a:ln>
        </p:spPr>
        <p:txBody>
          <a:bodyPr vert="horz" wrap="square" lIns="63500" tIns="63500" rIns="63500" bIns="63500" rtlCol="0" anchor="ctr" anchorCtr="0">
            <a:noAutofit/>
          </a:bodyPr>
          <a:lstStyle>
            <a:lvl1pPr algn="ctr" defTabSz="914400">
              <a:lnSpc>
                <a:spcPct val="100000"/>
              </a:lnSpc>
              <a:buNone/>
              <a:defRPr sz="1600">
                <a:solidFill>
                  <a:srgbClr val="1F2329"/>
                </a:solidFill>
                <a:latin typeface="Noto Sans SC"/>
              </a:defRPr>
            </a:lvl1pPr>
          </a:lstStyle>
          <a:p>
            <a:pPr algn="ctr"/>
            <a:endParaRPr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3" name="Text Box 12"/>
          <p:cNvSpPr txBox="1">
            <a:spLocks noGrp="1"/>
          </p:cNvSpPr>
          <p:nvPr/>
        </p:nvSpPr>
        <p:spPr>
          <a:xfrm>
            <a:off x="965200" y="2362200"/>
            <a:ext cx="355600" cy="3556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ctr" defTabSz="914400"/>
          </a:lstStyle>
          <a:p>
            <a:pPr algn="ctr" defTabSz="914400">
              <a:lnSpc>
                <a:spcPct val="100000"/>
              </a:lnSpc>
            </a:pPr>
            <a:r>
              <a:rPr sz="1200" i="0" u="none" strike="noStrike" spc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Noto Sans SC"/>
                <a:sym typeface="Noto Sans SC"/>
              </a:rPr>
              <a:t>1</a:t>
            </a:r>
            <a:endParaRPr sz="1200" i="0" u="none" strike="noStrike" spc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Noto Sans SC"/>
              <a:sym typeface="Noto Sans SC"/>
            </a:endParaRPr>
          </a:p>
        </p:txBody>
      </p:sp>
      <p:sp>
        <p:nvSpPr>
          <p:cNvPr id="14" name="Text Box 13"/>
          <p:cNvSpPr txBox="1">
            <a:spLocks noGrp="1"/>
          </p:cNvSpPr>
          <p:nvPr/>
        </p:nvSpPr>
        <p:spPr>
          <a:xfrm>
            <a:off x="965200" y="2844800"/>
            <a:ext cx="2133600" cy="10160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 defTabSz="914400"/>
          </a:lstStyle>
          <a:p>
            <a:pPr algn="l" defTabSz="914400">
              <a:lnSpc>
                <a:spcPct val="133000"/>
              </a:lnSpc>
            </a:pPr>
            <a:r>
              <a:rPr sz="1300" i="0" u="none" strike="noStrike" spc="0">
                <a:solidFill>
                  <a:srgbClr val="0F2D55"/>
                </a:solidFill>
                <a:latin typeface="PingFang SC" panose="020B0400000000000000" charset="-122"/>
                <a:ea typeface="PingFang SC" panose="020B0400000000000000" charset="-122"/>
                <a:cs typeface="Noto Sans SC"/>
                <a:sym typeface="Noto Sans SC"/>
              </a:rPr>
              <a:t>项目看不到全量</a:t>
            </a:r>
            <a:endParaRPr sz="1300" i="0" u="none" strike="noStrike" spc="0">
              <a:solidFill>
                <a:srgbClr val="0F2D55"/>
              </a:solidFill>
              <a:latin typeface="PingFang SC" panose="020B0400000000000000" charset="-122"/>
              <a:ea typeface="PingFang SC" panose="020B0400000000000000" charset="-122"/>
              <a:cs typeface="Noto Sans SC"/>
              <a:sym typeface="Noto Sans SC"/>
            </a:endParaRPr>
          </a:p>
          <a:p>
            <a:pPr algn="l" defTabSz="914400">
              <a:lnSpc>
                <a:spcPct val="133000"/>
              </a:lnSpc>
            </a:pPr>
            <a:r>
              <a:rPr lang="zh-CN" altLang="en-US" sz="1100" i="0" u="none" strike="noStrike" spc="0">
                <a:solidFill>
                  <a:srgbClr val="465667"/>
                </a:solidFill>
                <a:latin typeface="PingFang SC" panose="020B0400000000000000" charset="-122"/>
                <a:ea typeface="PingFang SC" panose="020B0400000000000000" charset="-122"/>
                <a:cs typeface="Noto Sans SC"/>
                <a:sym typeface="Noto Sans SC"/>
              </a:rPr>
              <a:t>市级系统仅适合上报部分具备上报条件的项目，导致大量前期谋划、尚未成熟或暂不具备上报条件的项目无法在系统中统一留痕与跟踪</a:t>
            </a:r>
            <a:endParaRPr lang="zh-CN" altLang="en-US" sz="1100" i="0" u="none" strike="noStrike" spc="0">
              <a:solidFill>
                <a:srgbClr val="465667"/>
              </a:solidFill>
              <a:latin typeface="PingFang SC" panose="020B0400000000000000" charset="-122"/>
              <a:ea typeface="PingFang SC" panose="020B0400000000000000" charset="-122"/>
              <a:cs typeface="Noto Sans SC"/>
              <a:sym typeface="Noto Sans SC"/>
            </a:endParaRPr>
          </a:p>
        </p:txBody>
      </p:sp>
      <p:sp>
        <p:nvSpPr>
          <p:cNvPr id="15" name="Auto Shape 14"/>
          <p:cNvSpPr>
            <a:spLocks noGrp="1"/>
          </p:cNvSpPr>
          <p:nvPr/>
        </p:nvSpPr>
        <p:spPr>
          <a:xfrm>
            <a:off x="3556000" y="2159000"/>
            <a:ext cx="2540000" cy="1879600"/>
          </a:xfrm>
          <a:prstGeom prst="roundRect">
            <a:avLst>
              <a:gd name="adj" fmla="val 5405"/>
            </a:avLst>
          </a:prstGeom>
          <a:solidFill>
            <a:srgbClr val="E2E8F0"/>
          </a:solidFill>
          <a:ln w="25400" cap="flat" cmpd="sng">
            <a:noFill/>
            <a:round/>
          </a:ln>
          <a:effectLst>
            <a:outerShdw blurRad="101600" dist="38100" dir="5400000" algn="tl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 anchorCtr="0">
            <a:noAutofit/>
          </a:bodyPr>
          <a:lstStyle>
            <a:lvl1pPr algn="ctr" defTabSz="914400">
              <a:lnSpc>
                <a:spcPct val="100000"/>
              </a:lnSpc>
              <a:buNone/>
              <a:defRPr sz="1600">
                <a:solidFill>
                  <a:srgbClr val="1F2329"/>
                </a:solidFill>
                <a:latin typeface="Noto Sans SC"/>
              </a:defRPr>
            </a:lvl1pPr>
          </a:lstStyle>
          <a:p>
            <a:pPr algn="ctr"/>
            <a:endParaRPr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6" name="Auto Shape 15"/>
          <p:cNvSpPr>
            <a:spLocks noGrp="1"/>
          </p:cNvSpPr>
          <p:nvPr/>
        </p:nvSpPr>
        <p:spPr>
          <a:xfrm>
            <a:off x="3759200" y="2362200"/>
            <a:ext cx="355600" cy="355600"/>
          </a:xfrm>
          <a:prstGeom prst="ellipse">
            <a:avLst/>
          </a:prstGeom>
          <a:solidFill>
            <a:srgbClr val="2563EB"/>
          </a:solidFill>
          <a:ln w="25400" cap="flat" cmpd="sng">
            <a:noFill/>
            <a:round/>
          </a:ln>
        </p:spPr>
        <p:txBody>
          <a:bodyPr vert="horz" wrap="square" lIns="63500" tIns="63500" rIns="63500" bIns="63500" rtlCol="0" anchor="ctr" anchorCtr="0">
            <a:noAutofit/>
          </a:bodyPr>
          <a:lstStyle>
            <a:lvl1pPr algn="ctr" defTabSz="914400">
              <a:lnSpc>
                <a:spcPct val="100000"/>
              </a:lnSpc>
              <a:buNone/>
              <a:defRPr sz="1600">
                <a:solidFill>
                  <a:srgbClr val="1F2329"/>
                </a:solidFill>
                <a:latin typeface="Noto Sans SC"/>
              </a:defRPr>
            </a:lvl1pPr>
          </a:lstStyle>
          <a:p>
            <a:pPr algn="ctr"/>
            <a:endParaRPr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7" name="Text Box 16"/>
          <p:cNvSpPr txBox="1">
            <a:spLocks noGrp="1"/>
          </p:cNvSpPr>
          <p:nvPr/>
        </p:nvSpPr>
        <p:spPr>
          <a:xfrm>
            <a:off x="3759200" y="2362200"/>
            <a:ext cx="355600" cy="3556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ctr" defTabSz="914400"/>
          </a:lstStyle>
          <a:p>
            <a:pPr algn="ctr" defTabSz="914400">
              <a:lnSpc>
                <a:spcPct val="100000"/>
              </a:lnSpc>
            </a:pPr>
            <a:r>
              <a:rPr sz="1200" i="0" u="none" strike="noStrike" spc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Noto Sans SC"/>
                <a:sym typeface="Noto Sans SC"/>
              </a:rPr>
              <a:t>2</a:t>
            </a:r>
            <a:endParaRPr sz="1200" i="0" u="none" strike="noStrike" spc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Noto Sans SC"/>
              <a:sym typeface="Noto Sans SC"/>
            </a:endParaRPr>
          </a:p>
        </p:txBody>
      </p:sp>
      <p:sp>
        <p:nvSpPr>
          <p:cNvPr id="18" name="Text Box 17"/>
          <p:cNvSpPr txBox="1">
            <a:spLocks noGrp="1"/>
          </p:cNvSpPr>
          <p:nvPr/>
        </p:nvSpPr>
        <p:spPr>
          <a:xfrm>
            <a:off x="3759200" y="2844800"/>
            <a:ext cx="2133600" cy="10160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 defTabSz="914400"/>
          </a:lstStyle>
          <a:p>
            <a:pPr algn="l" defTabSz="914400">
              <a:lnSpc>
                <a:spcPct val="133000"/>
              </a:lnSpc>
            </a:pPr>
            <a:r>
              <a:rPr sz="1300" i="0" u="none" strike="noStrike" spc="0">
                <a:solidFill>
                  <a:srgbClr val="0F2D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Noto Sans SC"/>
              </a:rPr>
              <a:t>考核靠人工统计</a:t>
            </a:r>
            <a:endParaRPr sz="1300" i="0" u="none" strike="noStrike" spc="0">
              <a:solidFill>
                <a:srgbClr val="0F2D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  <a:sym typeface="Noto Sans SC"/>
            </a:endParaRPr>
          </a:p>
          <a:p>
            <a:pPr algn="l" defTabSz="914400">
              <a:lnSpc>
                <a:spcPct val="133000"/>
              </a:lnSpc>
            </a:pPr>
            <a:r>
              <a:rPr sz="1100" i="0" u="none" strike="noStrike" spc="0">
                <a:solidFill>
                  <a:srgbClr val="46566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Noto Sans SC"/>
              </a:rPr>
              <a:t>国企、部门、园区考核线下统计，认缴、见商出差、活动逐月汇总，月均约 </a:t>
            </a:r>
            <a:r>
              <a:rPr lang="zh-CN" sz="1100" i="0" u="none" strike="noStrike" spc="0">
                <a:solidFill>
                  <a:srgbClr val="46566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Noto Sans SC"/>
              </a:rPr>
              <a:t>耗费人力</a:t>
            </a:r>
            <a:r>
              <a:rPr lang="en-US" altLang="zh-CN" sz="1100" i="0" u="none" strike="noStrike" spc="0">
                <a:solidFill>
                  <a:srgbClr val="46566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Noto Sans SC"/>
              </a:rPr>
              <a:t>7~8</a:t>
            </a:r>
            <a:r>
              <a:rPr sz="1100" i="0" u="none" strike="noStrike" spc="0">
                <a:solidFill>
                  <a:srgbClr val="46566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Noto Sans SC"/>
              </a:rPr>
              <a:t> 人天</a:t>
            </a:r>
            <a:endParaRPr sz="1100" i="0" u="none" strike="noStrike" spc="0">
              <a:solidFill>
                <a:srgbClr val="46566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  <a:sym typeface="Noto Sans SC"/>
            </a:endParaRPr>
          </a:p>
          <a:p>
            <a:pPr algn="l" defTabSz="914400">
              <a:lnSpc>
                <a:spcPct val="133000"/>
              </a:lnSpc>
            </a:pPr>
            <a:endParaRPr sz="1100" i="0" u="none" strike="noStrike" spc="0">
              <a:solidFill>
                <a:srgbClr val="46566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  <a:sym typeface="Noto Sans SC"/>
            </a:endParaRPr>
          </a:p>
        </p:txBody>
      </p:sp>
      <p:sp>
        <p:nvSpPr>
          <p:cNvPr id="19" name="Auto Shape 18"/>
          <p:cNvSpPr>
            <a:spLocks noGrp="1"/>
          </p:cNvSpPr>
          <p:nvPr/>
        </p:nvSpPr>
        <p:spPr>
          <a:xfrm>
            <a:off x="6350000" y="2159000"/>
            <a:ext cx="2540000" cy="1879600"/>
          </a:xfrm>
          <a:prstGeom prst="roundRect">
            <a:avLst>
              <a:gd name="adj" fmla="val 5405"/>
            </a:avLst>
          </a:prstGeom>
          <a:solidFill>
            <a:srgbClr val="E2E8F0"/>
          </a:solidFill>
          <a:ln w="25400" cap="flat" cmpd="sng">
            <a:noFill/>
            <a:round/>
          </a:ln>
          <a:effectLst>
            <a:outerShdw blurRad="101600" dist="38100" dir="5400000" algn="tl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 anchorCtr="0">
            <a:noAutofit/>
          </a:bodyPr>
          <a:lstStyle>
            <a:lvl1pPr algn="ctr" defTabSz="914400">
              <a:lnSpc>
                <a:spcPct val="100000"/>
              </a:lnSpc>
              <a:buNone/>
              <a:defRPr sz="1600">
                <a:solidFill>
                  <a:srgbClr val="1F2329"/>
                </a:solidFill>
                <a:latin typeface="Noto Sans SC"/>
              </a:defRPr>
            </a:lvl1pPr>
          </a:lstStyle>
          <a:p>
            <a:pPr algn="ctr"/>
            <a:endParaRPr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0" name="Auto Shape 19"/>
          <p:cNvSpPr>
            <a:spLocks noGrp="1"/>
          </p:cNvSpPr>
          <p:nvPr/>
        </p:nvSpPr>
        <p:spPr>
          <a:xfrm>
            <a:off x="6553200" y="2362200"/>
            <a:ext cx="355600" cy="355600"/>
          </a:xfrm>
          <a:prstGeom prst="ellipse">
            <a:avLst/>
          </a:prstGeom>
          <a:solidFill>
            <a:srgbClr val="2563EB"/>
          </a:solidFill>
          <a:ln w="25400" cap="flat" cmpd="sng">
            <a:noFill/>
            <a:round/>
          </a:ln>
        </p:spPr>
        <p:txBody>
          <a:bodyPr vert="horz" wrap="square" lIns="63500" tIns="63500" rIns="63500" bIns="63500" rtlCol="0" anchor="ctr" anchorCtr="0">
            <a:noAutofit/>
          </a:bodyPr>
          <a:lstStyle>
            <a:lvl1pPr algn="ctr" defTabSz="914400">
              <a:lnSpc>
                <a:spcPct val="100000"/>
              </a:lnSpc>
              <a:buNone/>
              <a:defRPr sz="1600">
                <a:solidFill>
                  <a:srgbClr val="1F2329"/>
                </a:solidFill>
                <a:latin typeface="Noto Sans SC"/>
              </a:defRPr>
            </a:lvl1pPr>
          </a:lstStyle>
          <a:p>
            <a:pPr algn="ctr"/>
            <a:endParaRPr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1" name="Text Box 20"/>
          <p:cNvSpPr txBox="1">
            <a:spLocks noGrp="1"/>
          </p:cNvSpPr>
          <p:nvPr/>
        </p:nvSpPr>
        <p:spPr>
          <a:xfrm>
            <a:off x="6553200" y="2362200"/>
            <a:ext cx="355600" cy="3556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ctr" defTabSz="914400"/>
          </a:lstStyle>
          <a:p>
            <a:pPr algn="ctr" defTabSz="914400">
              <a:lnSpc>
                <a:spcPct val="100000"/>
              </a:lnSpc>
            </a:pPr>
            <a:r>
              <a:rPr sz="1200" i="0" u="none" strike="noStrike" spc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Noto Sans SC"/>
                <a:sym typeface="Noto Sans SC"/>
              </a:rPr>
              <a:t>3</a:t>
            </a:r>
            <a:endParaRPr sz="1200" i="0" u="none" strike="noStrike" spc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Noto Sans SC"/>
              <a:sym typeface="Noto Sans SC"/>
            </a:endParaRPr>
          </a:p>
        </p:txBody>
      </p:sp>
      <p:sp>
        <p:nvSpPr>
          <p:cNvPr id="22" name="Text Box 21"/>
          <p:cNvSpPr txBox="1">
            <a:spLocks noGrp="1"/>
          </p:cNvSpPr>
          <p:nvPr/>
        </p:nvSpPr>
        <p:spPr>
          <a:xfrm>
            <a:off x="6553200" y="2844800"/>
            <a:ext cx="2133600" cy="10160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 defTabSz="914400"/>
          </a:lstStyle>
          <a:p>
            <a:pPr algn="l" defTabSz="914400">
              <a:lnSpc>
                <a:spcPct val="133000"/>
              </a:lnSpc>
            </a:pPr>
            <a:r>
              <a:rPr sz="1300" i="0" u="none" strike="noStrike" spc="0">
                <a:solidFill>
                  <a:srgbClr val="0F2D55"/>
                </a:solidFill>
                <a:latin typeface="PingFang SC" panose="020B0400000000000000" charset="-122"/>
                <a:ea typeface="PingFang SC" panose="020B0400000000000000" charset="-122"/>
                <a:cs typeface="Noto Sans SC"/>
                <a:sym typeface="Noto Sans SC"/>
              </a:rPr>
              <a:t>数据多头填报</a:t>
            </a:r>
            <a:r>
              <a:rPr lang="zh-CN" sz="1300" i="0" u="none" strike="noStrike" spc="0">
                <a:solidFill>
                  <a:srgbClr val="0F2D55"/>
                </a:solidFill>
                <a:latin typeface="PingFang SC" panose="020B0400000000000000" charset="-122"/>
                <a:ea typeface="PingFang SC" panose="020B0400000000000000" charset="-122"/>
                <a:cs typeface="Noto Sans SC"/>
                <a:sym typeface="Noto Sans SC"/>
              </a:rPr>
              <a:t>，需人工判重</a:t>
            </a:r>
            <a:endParaRPr sz="1300" i="0" u="none" strike="noStrike" spc="0">
              <a:solidFill>
                <a:srgbClr val="0F2D55"/>
              </a:solidFill>
              <a:latin typeface="PingFang SC" panose="020B0400000000000000" charset="-122"/>
              <a:ea typeface="PingFang SC" panose="020B0400000000000000" charset="-122"/>
              <a:cs typeface="Noto Sans SC"/>
              <a:sym typeface="Noto Sans SC"/>
            </a:endParaRPr>
          </a:p>
          <a:p>
            <a:pPr algn="l" defTabSz="914400">
              <a:lnSpc>
                <a:spcPct val="133000"/>
              </a:lnSpc>
            </a:pPr>
            <a:r>
              <a:rPr sz="1100" i="0" u="none" strike="noStrike" spc="0">
                <a:solidFill>
                  <a:srgbClr val="465667"/>
                </a:solidFill>
                <a:latin typeface="PingFang SC" panose="020B0400000000000000" charset="-122"/>
                <a:ea typeface="PingFang SC" panose="020B0400000000000000" charset="-122"/>
                <a:cs typeface="Noto Sans SC"/>
                <a:sym typeface="Noto Sans SC"/>
              </a:rPr>
              <a:t>同一项目多头填报，</a:t>
            </a:r>
            <a:r>
              <a:rPr lang="zh-CN" sz="1100" i="0" u="none" strike="noStrike" spc="0">
                <a:solidFill>
                  <a:srgbClr val="465667"/>
                </a:solidFill>
                <a:latin typeface="PingFang SC" panose="020B0400000000000000" charset="-122"/>
                <a:ea typeface="PingFang SC" panose="020B0400000000000000" charset="-122"/>
                <a:cs typeface="Noto Sans SC"/>
                <a:sym typeface="Noto Sans SC"/>
              </a:rPr>
              <a:t>导致需花费人力进行判重</a:t>
            </a:r>
            <a:endParaRPr sz="1100" i="0" u="none" strike="noStrike" spc="0">
              <a:solidFill>
                <a:srgbClr val="465667"/>
              </a:solidFill>
              <a:latin typeface="PingFang SC" panose="020B0400000000000000" charset="-122"/>
              <a:ea typeface="PingFang SC" panose="020B0400000000000000" charset="-122"/>
              <a:cs typeface="Noto Sans SC"/>
              <a:sym typeface="Noto Sans SC"/>
            </a:endParaRPr>
          </a:p>
          <a:p>
            <a:pPr algn="l" defTabSz="914400">
              <a:lnSpc>
                <a:spcPct val="133000"/>
              </a:lnSpc>
            </a:pPr>
            <a:endParaRPr sz="1100" i="0" u="none" strike="noStrike" spc="0">
              <a:solidFill>
                <a:srgbClr val="465667"/>
              </a:solidFill>
              <a:latin typeface="PingFang SC" panose="020B0400000000000000" charset="-122"/>
              <a:ea typeface="PingFang SC" panose="020B0400000000000000" charset="-122"/>
              <a:cs typeface="Noto Sans SC"/>
              <a:sym typeface="Noto Sans SC"/>
            </a:endParaRPr>
          </a:p>
          <a:p>
            <a:pPr algn="l" defTabSz="914400">
              <a:lnSpc>
                <a:spcPct val="133000"/>
              </a:lnSpc>
            </a:pPr>
            <a:endParaRPr sz="1100" i="0" u="none" strike="noStrike" spc="0">
              <a:solidFill>
                <a:srgbClr val="465667"/>
              </a:solidFill>
              <a:latin typeface="PingFang SC" panose="020B0400000000000000" charset="-122"/>
              <a:ea typeface="PingFang SC" panose="020B0400000000000000" charset="-122"/>
              <a:cs typeface="Noto Sans SC"/>
              <a:sym typeface="Noto Sans SC"/>
            </a:endParaRPr>
          </a:p>
        </p:txBody>
      </p:sp>
      <p:pic>
        <p:nvPicPr>
          <p:cNvPr id="23" name="Picture 22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9144000" y="2247900"/>
            <a:ext cx="2286000" cy="1714500"/>
          </a:xfrm>
          <a:prstGeom prst="roundRect">
            <a:avLst>
              <a:gd name="adj" fmla="val 2963"/>
            </a:avLst>
          </a:prstGeom>
          <a:noFill/>
          <a:ln w="25400" cap="flat" cmpd="sng">
            <a:noFill/>
            <a:round/>
          </a:ln>
        </p:spPr>
      </p:pic>
      <p:sp>
        <p:nvSpPr>
          <p:cNvPr id="24" name="Text Box 23"/>
          <p:cNvSpPr txBox="1">
            <a:spLocks noGrp="1"/>
          </p:cNvSpPr>
          <p:nvPr/>
        </p:nvSpPr>
        <p:spPr>
          <a:xfrm>
            <a:off x="9144000" y="4013200"/>
            <a:ext cx="2286000" cy="2032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ctr" defTabSz="914400"/>
          </a:lstStyle>
          <a:p>
            <a:pPr algn="ctr" defTabSz="914400">
              <a:lnSpc>
                <a:spcPct val="100000"/>
              </a:lnSpc>
            </a:pPr>
            <a:r>
              <a:rPr sz="900" i="0" u="none" strike="noStrike" spc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Noto Sans SC"/>
                <a:sym typeface="Noto Sans SC"/>
              </a:rPr>
              <a:t>实地调研现场</a:t>
            </a:r>
            <a:endParaRPr sz="900" i="0" u="none" strike="noStrike" spc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  <a:cs typeface="Noto Sans SC"/>
              <a:sym typeface="Noto Sans SC"/>
            </a:endParaRPr>
          </a:p>
        </p:txBody>
      </p:sp>
      <p:cxnSp>
        <p:nvCxnSpPr>
          <p:cNvPr id="25" name="Connector"/>
          <p:cNvCxnSpPr/>
          <p:nvPr/>
        </p:nvCxnSpPr>
        <p:spPr>
          <a:xfrm rot="-4093">
            <a:off x="762004" y="4413251"/>
            <a:ext cx="10668000" cy="12700"/>
          </a:xfrm>
          <a:prstGeom prst="straightConnector1">
            <a:avLst/>
          </a:prstGeom>
          <a:solidFill>
            <a:srgbClr val="DEE0E3"/>
          </a:solidFill>
          <a:ln w="12700" cap="flat" cmpd="sng">
            <a:solidFill>
              <a:srgbClr val="E2E8F0"/>
            </a:solidFill>
            <a:round/>
          </a:ln>
        </p:spPr>
      </p:cxnSp>
      <p:sp>
        <p:nvSpPr>
          <p:cNvPr id="26" name="Auto Shape 25"/>
          <p:cNvSpPr>
            <a:spLocks noGrp="1"/>
          </p:cNvSpPr>
          <p:nvPr/>
        </p:nvSpPr>
        <p:spPr>
          <a:xfrm>
            <a:off x="762000" y="4622800"/>
            <a:ext cx="1117600" cy="304800"/>
          </a:xfrm>
          <a:prstGeom prst="roundRect">
            <a:avLst>
              <a:gd name="adj" fmla="val 0"/>
            </a:avLst>
          </a:prstGeom>
          <a:solidFill>
            <a:srgbClr val="DBEAFE"/>
          </a:solidFill>
          <a:ln w="25400" cap="flat" cmpd="sng">
            <a:noFill/>
            <a:round/>
          </a:ln>
        </p:spPr>
        <p:txBody>
          <a:bodyPr vert="horz" wrap="square" lIns="63500" tIns="63500" rIns="63500" bIns="63500" rtlCol="0" anchor="ctr" anchorCtr="0">
            <a:noAutofit/>
          </a:bodyPr>
          <a:lstStyle>
            <a:lvl1pPr algn="ctr" defTabSz="914400">
              <a:lnSpc>
                <a:spcPct val="100000"/>
              </a:lnSpc>
              <a:buNone/>
              <a:defRPr sz="1600">
                <a:solidFill>
                  <a:srgbClr val="1F2329"/>
                </a:solidFill>
                <a:latin typeface="Noto Sans SC"/>
              </a:defRPr>
            </a:lvl1pPr>
          </a:lstStyle>
          <a:p>
            <a:pPr algn="ctr"/>
            <a:endParaRPr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7" name="Text Box 26"/>
          <p:cNvSpPr txBox="1">
            <a:spLocks noGrp="1"/>
          </p:cNvSpPr>
          <p:nvPr/>
        </p:nvSpPr>
        <p:spPr>
          <a:xfrm>
            <a:off x="762000" y="4648200"/>
            <a:ext cx="1117600" cy="2540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ctr" defTabSz="914400"/>
          </a:lstStyle>
          <a:p>
            <a:pPr algn="ctr" defTabSz="914400">
              <a:lnSpc>
                <a:spcPct val="100000"/>
              </a:lnSpc>
            </a:pPr>
            <a:r>
              <a:rPr sz="1100" i="0" u="none" strike="noStrike" spc="100">
                <a:solidFill>
                  <a:srgbClr val="2563EB"/>
                </a:solidFill>
                <a:latin typeface="PingFang SC" panose="020B0400000000000000" charset="-122"/>
                <a:ea typeface="PingFang SC" panose="020B0400000000000000" charset="-122"/>
                <a:cs typeface="Noto Sans SC"/>
                <a:sym typeface="Noto Sans SC"/>
              </a:rPr>
              <a:t>应对方案</a:t>
            </a:r>
            <a:endParaRPr sz="1100" i="0" u="none" strike="noStrike" spc="100">
              <a:solidFill>
                <a:srgbClr val="2563EB"/>
              </a:solidFill>
              <a:latin typeface="PingFang SC" panose="020B0400000000000000" charset="-122"/>
              <a:ea typeface="PingFang SC" panose="020B0400000000000000" charset="-122"/>
              <a:cs typeface="Noto Sans SC"/>
              <a:sym typeface="Noto Sans SC"/>
            </a:endParaRPr>
          </a:p>
        </p:txBody>
      </p:sp>
      <p:sp>
        <p:nvSpPr>
          <p:cNvPr id="28" name="Text Box 27"/>
          <p:cNvSpPr txBox="1">
            <a:spLocks noGrp="1"/>
          </p:cNvSpPr>
          <p:nvPr/>
        </p:nvSpPr>
        <p:spPr>
          <a:xfrm>
            <a:off x="762000" y="5080000"/>
            <a:ext cx="5227955" cy="12700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 defTabSz="914400"/>
          </a:lstStyle>
          <a:p>
            <a:pPr algn="l" defTabSz="914400">
              <a:lnSpc>
                <a:spcPct val="142000"/>
              </a:lnSpc>
            </a:pPr>
            <a:r>
              <a:rPr sz="1300" i="0" u="none" strike="noStrike" spc="0">
                <a:solidFill>
                  <a:srgbClr val="0F2D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Noto Sans SC"/>
              </a:rPr>
              <a:t>建设区级独立平台</a:t>
            </a:r>
            <a:r>
              <a:rPr sz="1300" i="0" u="none" strike="noStrike" spc="0">
                <a:solidFill>
                  <a:srgbClr val="46566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Noto Sans SC"/>
              </a:rPr>
              <a:t>，与市级形成"报送 + 管理"互补格局</a:t>
            </a:r>
            <a:endParaRPr sz="1300" i="0" u="none" strike="noStrike" spc="0">
              <a:solidFill>
                <a:srgbClr val="46566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  <a:sym typeface="Noto Sans SC"/>
            </a:endParaRPr>
          </a:p>
          <a:p>
            <a:pPr algn="l" defTabSz="914400">
              <a:lnSpc>
                <a:spcPct val="142000"/>
              </a:lnSpc>
            </a:pPr>
            <a:r>
              <a:rPr sz="1300" i="0" u="none" strike="noStrike" spc="0">
                <a:solidFill>
                  <a:srgbClr val="46566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Noto Sans SC"/>
              </a:rPr>
              <a:t>因市级不提供接口，采用市级导出数据 Excel 批量导入，导入自动判重</a:t>
            </a:r>
            <a:endParaRPr sz="1300" i="0" u="none" strike="noStrike" spc="0">
              <a:solidFill>
                <a:srgbClr val="46566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  <a:sym typeface="Noto Sans SC"/>
            </a:endParaRPr>
          </a:p>
        </p:txBody>
      </p:sp>
      <p:sp>
        <p:nvSpPr>
          <p:cNvPr id="29" name="Auto Shape 28"/>
          <p:cNvSpPr>
            <a:spLocks noGrp="1"/>
          </p:cNvSpPr>
          <p:nvPr/>
        </p:nvSpPr>
        <p:spPr>
          <a:xfrm>
            <a:off x="6096000" y="5181600"/>
            <a:ext cx="1524000" cy="812800"/>
          </a:xfrm>
          <a:prstGeom prst="roundRect">
            <a:avLst>
              <a:gd name="adj" fmla="val 12500"/>
            </a:avLst>
          </a:prstGeom>
          <a:solidFill>
            <a:srgbClr val="E2E8F0"/>
          </a:solidFill>
          <a:ln w="25400" cap="flat" cmpd="sng">
            <a:noFill/>
            <a:round/>
          </a:ln>
          <a:effectLst>
            <a:outerShdw blurRad="101600" dist="38100" dir="5400000" algn="tl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 anchorCtr="0">
            <a:noAutofit/>
          </a:bodyPr>
          <a:lstStyle>
            <a:lvl1pPr algn="ctr" defTabSz="914400">
              <a:lnSpc>
                <a:spcPct val="100000"/>
              </a:lnSpc>
              <a:buNone/>
              <a:defRPr sz="1600">
                <a:solidFill>
                  <a:srgbClr val="1F2329"/>
                </a:solidFill>
                <a:latin typeface="Noto Sans SC"/>
              </a:defRPr>
            </a:lvl1pPr>
          </a:lstStyle>
          <a:p>
            <a:pPr algn="ctr"/>
            <a:endParaRPr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0" name="Text Box 29"/>
          <p:cNvSpPr txBox="1">
            <a:spLocks noGrp="1"/>
          </p:cNvSpPr>
          <p:nvPr/>
        </p:nvSpPr>
        <p:spPr>
          <a:xfrm>
            <a:off x="6096000" y="5181600"/>
            <a:ext cx="1524000" cy="8128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ctr" defTabSz="914400"/>
          </a:lstStyle>
          <a:p>
            <a:pPr algn="ctr" defTabSz="914400">
              <a:lnSpc>
                <a:spcPct val="100000"/>
              </a:lnSpc>
            </a:pPr>
            <a:r>
              <a:rPr sz="1300" i="0" u="none" strike="noStrike" spc="0">
                <a:solidFill>
                  <a:srgbClr val="0F2D55"/>
                </a:solidFill>
                <a:latin typeface="PingFang SC" panose="020B0400000000000000" charset="-122"/>
                <a:ea typeface="PingFang SC" panose="020B0400000000000000" charset="-122"/>
                <a:cs typeface="Noto Sans SC"/>
                <a:sym typeface="Noto Sans SC"/>
              </a:rPr>
              <a:t>市级系统</a:t>
            </a:r>
            <a:endParaRPr sz="1300" i="0" u="none" strike="noStrike" spc="0">
              <a:solidFill>
                <a:srgbClr val="0F2D55"/>
              </a:solidFill>
              <a:latin typeface="PingFang SC" panose="020B0400000000000000" charset="-122"/>
              <a:ea typeface="PingFang SC" panose="020B0400000000000000" charset="-122"/>
              <a:cs typeface="Noto Sans SC"/>
              <a:sym typeface="Noto Sans SC"/>
            </a:endParaRPr>
          </a:p>
          <a:p>
            <a:pPr algn="ctr" defTabSz="914400">
              <a:lnSpc>
                <a:spcPct val="100000"/>
              </a:lnSpc>
            </a:pPr>
            <a:r>
              <a:rPr sz="1300" i="0" u="none" strike="noStrike" spc="0">
                <a:solidFill>
                  <a:srgbClr val="0F2D55"/>
                </a:solidFill>
                <a:latin typeface="PingFang SC" panose="020B0400000000000000" charset="-122"/>
                <a:ea typeface="PingFang SC" panose="020B0400000000000000" charset="-122"/>
                <a:cs typeface="Noto Sans SC"/>
                <a:sym typeface="Noto Sans SC"/>
              </a:rPr>
              <a:t>上报通道</a:t>
            </a:r>
            <a:endParaRPr sz="1300" i="0" u="none" strike="noStrike" spc="0">
              <a:solidFill>
                <a:srgbClr val="0F2D55"/>
              </a:solidFill>
              <a:latin typeface="PingFang SC" panose="020B0400000000000000" charset="-122"/>
              <a:ea typeface="PingFang SC" panose="020B0400000000000000" charset="-122"/>
              <a:cs typeface="Noto Sans SC"/>
              <a:sym typeface="Noto Sans SC"/>
            </a:endParaRPr>
          </a:p>
        </p:txBody>
      </p:sp>
      <p:cxnSp>
        <p:nvCxnSpPr>
          <p:cNvPr id="31" name="Connector"/>
          <p:cNvCxnSpPr/>
          <p:nvPr/>
        </p:nvCxnSpPr>
        <p:spPr>
          <a:xfrm rot="-42970">
            <a:off x="7620040" y="5581658"/>
            <a:ext cx="1016000" cy="12700"/>
          </a:xfrm>
          <a:prstGeom prst="straightConnector1">
            <a:avLst/>
          </a:prstGeom>
          <a:solidFill>
            <a:srgbClr val="DEE0E3"/>
          </a:solidFill>
          <a:ln w="25400" cap="flat" cmpd="sng">
            <a:solidFill>
              <a:srgbClr val="2563EB"/>
            </a:solidFill>
            <a:round/>
            <a:tailEnd type="arrow" w="med" len="med"/>
          </a:ln>
        </p:spPr>
      </p:cxnSp>
      <p:sp>
        <p:nvSpPr>
          <p:cNvPr id="32" name="Auto Shape 31"/>
          <p:cNvSpPr>
            <a:spLocks noGrp="1"/>
          </p:cNvSpPr>
          <p:nvPr/>
        </p:nvSpPr>
        <p:spPr>
          <a:xfrm>
            <a:off x="8636000" y="5181600"/>
            <a:ext cx="2540000" cy="812800"/>
          </a:xfrm>
          <a:prstGeom prst="roundRect">
            <a:avLst>
              <a:gd name="adj" fmla="val 12500"/>
            </a:avLst>
          </a:prstGeom>
          <a:solidFill>
            <a:srgbClr val="0F2D55"/>
          </a:solidFill>
          <a:ln w="25400" cap="flat" cmpd="sng">
            <a:noFill/>
            <a:round/>
          </a:ln>
          <a:effectLst>
            <a:outerShdw blurRad="101600" dist="38100" dir="5400000" algn="tl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 anchorCtr="0">
            <a:noAutofit/>
          </a:bodyPr>
          <a:lstStyle>
            <a:lvl1pPr algn="ctr" defTabSz="914400">
              <a:lnSpc>
                <a:spcPct val="100000"/>
              </a:lnSpc>
              <a:buNone/>
              <a:defRPr sz="1600">
                <a:solidFill>
                  <a:srgbClr val="1F2329"/>
                </a:solidFill>
                <a:latin typeface="Noto Sans SC"/>
              </a:defRPr>
            </a:lvl1pPr>
          </a:lstStyle>
          <a:p>
            <a:pPr algn="ctr"/>
            <a:endParaRPr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3" name="Text Box 32"/>
          <p:cNvSpPr txBox="1">
            <a:spLocks noGrp="1"/>
          </p:cNvSpPr>
          <p:nvPr/>
        </p:nvSpPr>
        <p:spPr>
          <a:xfrm>
            <a:off x="8636000" y="5181600"/>
            <a:ext cx="2540000" cy="8128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ctr" defTabSz="914400"/>
          </a:lstStyle>
          <a:p>
            <a:pPr algn="ctr" defTabSz="914400">
              <a:lnSpc>
                <a:spcPct val="100000"/>
              </a:lnSpc>
            </a:pPr>
            <a:r>
              <a:rPr sz="1300" i="0" u="none" strike="noStrike" spc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Noto Sans SC"/>
                <a:sym typeface="Noto Sans SC"/>
              </a:rPr>
              <a:t>区级平台</a:t>
            </a:r>
            <a:endParaRPr sz="1300" i="0" u="none" strike="noStrike" spc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Noto Sans SC"/>
              <a:sym typeface="Noto Sans SC"/>
            </a:endParaRPr>
          </a:p>
          <a:p>
            <a:pPr algn="ctr" defTabSz="914400">
              <a:lnSpc>
                <a:spcPct val="100000"/>
              </a:lnSpc>
            </a:pPr>
            <a:r>
              <a:rPr sz="1300" i="0" u="none" strike="noStrike" spc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Noto Sans SC"/>
                <a:sym typeface="Noto Sans SC"/>
              </a:rPr>
              <a:t>全量项目底座</a:t>
            </a:r>
            <a:endParaRPr sz="1300" i="0" u="none" strike="noStrike" spc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Noto Sans SC"/>
              <a:sym typeface="Noto Sans SC"/>
            </a:endParaRPr>
          </a:p>
        </p:txBody>
      </p:sp>
      <p:sp>
        <p:nvSpPr>
          <p:cNvPr id="35" name="Rounded Rectangle 16"/>
          <p:cNvSpPr/>
          <p:nvPr/>
        </p:nvSpPr>
        <p:spPr>
          <a:xfrm>
            <a:off x="762635" y="5074920"/>
            <a:ext cx="10668000" cy="1481455"/>
          </a:xfrm>
          <a:prstGeom prst="roundRect">
            <a:avLst>
              <a:gd name="adj" fmla="val 5000"/>
            </a:avLst>
          </a:prstGeom>
          <a:solidFill>
            <a:srgbClr val="16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6" name="TextBox 17"/>
          <p:cNvSpPr txBox="1"/>
          <p:nvPr/>
        </p:nvSpPr>
        <p:spPr>
          <a:xfrm>
            <a:off x="1082675" y="5285105"/>
            <a:ext cx="10255885" cy="7664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C6921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应对方案：</a:t>
            </a:r>
            <a:r>
              <a:rPr sz="150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建设区级独立平台，与市级形成「报送 + 管理」互补格局</a:t>
            </a:r>
            <a:endParaRPr sz="150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20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市级系统 = 上报通道　｜　区级平台 = 全量项目底座</a:t>
            </a:r>
            <a:endParaRPr sz="120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20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市级不提供接口，采用</a:t>
            </a:r>
            <a:r>
              <a:rPr sz="1200">
                <a:solidFill>
                  <a:srgbClr val="C6921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市级导出数据 Excel 批量导入</a:t>
            </a:r>
            <a:r>
              <a:rPr sz="120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衔接，导入时自动判重</a:t>
            </a:r>
            <a:endParaRPr sz="120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t="25052" b="25052"/>
          <a:stretch>
            <a:fillRect/>
          </a:stretch>
        </p:blipFill>
        <p:spPr>
          <a:xfrm>
            <a:off x="8271035" y="2678124"/>
            <a:ext cx="3920870" cy="1304245"/>
          </a:xfrm>
          <a:prstGeom prst="rect">
            <a:avLst/>
          </a:prstGeom>
        </p:spPr>
      </p:pic>
      <p:sp>
        <p:nvSpPr>
          <p:cNvPr id="4" name="文本占位符 1"/>
          <p:cNvSpPr txBox="1"/>
          <p:nvPr/>
        </p:nvSpPr>
        <p:spPr>
          <a:xfrm>
            <a:off x="987860" y="2895548"/>
            <a:ext cx="1494343" cy="86951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>
              <a:buNone/>
            </a:pPr>
            <a:r>
              <a:rPr lang="en-US" altLang="zh-CN" sz="7200" b="1" dirty="0">
                <a:solidFill>
                  <a:srgbClr val="1664FF"/>
                </a:solidFill>
                <a:latin typeface="微软雅黑" pitchFamily="34" charset="-122"/>
                <a:ea typeface="微软雅黑" pitchFamily="34" charset="-122"/>
              </a:rPr>
              <a:t>02</a:t>
            </a:r>
            <a:endParaRPr lang="en-US" altLang="zh-CN" sz="7200" b="1" dirty="0">
              <a:solidFill>
                <a:srgbClr val="1664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266880" y="2678244"/>
            <a:ext cx="3920870" cy="1304124"/>
          </a:xfrm>
          <a:prstGeom prst="rect">
            <a:avLst/>
          </a:prstGeom>
          <a:solidFill>
            <a:schemeClr val="accent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96" y="2678244"/>
            <a:ext cx="863586" cy="13041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文本占位符 3"/>
          <p:cNvSpPr txBox="1"/>
          <p:nvPr/>
        </p:nvSpPr>
        <p:spPr>
          <a:xfrm>
            <a:off x="2172970" y="3006725"/>
            <a:ext cx="5923280" cy="86931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>
              <a:lnSpc>
                <a:spcPct val="100000"/>
              </a:lnSpc>
              <a:buNone/>
            </a:pPr>
            <a:r>
              <a:rPr lang="en-US" altLang="zh-CN" sz="3600" b="1" spc="300" dirty="0">
                <a:solidFill>
                  <a:srgbClr val="1664FF">
                    <a:lumMod val="50000"/>
                  </a:srgbClr>
                </a:solidFill>
                <a:latin typeface="微软雅黑" pitchFamily="34" charset="-122"/>
                <a:ea typeface="微软雅黑" pitchFamily="34" charset="-122"/>
                <a:sym typeface="+mn-ea"/>
              </a:rPr>
              <a:t> </a:t>
            </a:r>
            <a:r>
              <a:rPr lang="zh-CN" altLang="en-US" sz="3600" b="1" spc="300" dirty="0">
                <a:solidFill>
                  <a:srgbClr val="1664FF">
                    <a:lumMod val="50000"/>
                  </a:srgbClr>
                </a:solidFill>
                <a:latin typeface="微软雅黑" pitchFamily="34" charset="-122"/>
                <a:ea typeface="微软雅黑" pitchFamily="34" charset="-122"/>
                <a:sym typeface="+mn-ea"/>
              </a:rPr>
              <a:t>需求分析及解决方案</a:t>
            </a:r>
            <a:endParaRPr lang="zh-CN" sz="3600" b="1" kern="100" dirty="0">
              <a:solidFill>
                <a:schemeClr val="bg1">
                  <a:lumMod val="65000"/>
                </a:schemeClr>
              </a:solidFill>
              <a:latin typeface="微软雅黑" pitchFamily="34" charset="-122"/>
              <a:ea typeface="微软雅黑" pitchFamily="34" charset="-122"/>
              <a:cs typeface="Times New Roman" panose="02020503050405090304" pitchFamily="18" charset="0"/>
              <a:sym typeface="+mn-ea"/>
            </a:endParaRPr>
          </a:p>
          <a:p>
            <a:pPr marL="0" indent="0" defTabSz="914400">
              <a:lnSpc>
                <a:spcPct val="100000"/>
              </a:lnSpc>
              <a:buNone/>
            </a:pPr>
            <a:endParaRPr lang="zh-CN" altLang="en-US" sz="3600" b="1" spc="300" dirty="0">
              <a:solidFill>
                <a:srgbClr val="1664FF">
                  <a:lumMod val="50000"/>
                </a:srgbClr>
              </a:solidFill>
              <a:latin typeface="微软雅黑" pitchFamily="34" charset="-122"/>
              <a:ea typeface="微软雅黑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 Shape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25400" cap="flat" cmpd="sng">
            <a:noFill/>
            <a:round/>
          </a:ln>
        </p:spPr>
        <p:txBody>
          <a:bodyPr vert="horz" wrap="square" lIns="63500" tIns="63500" rIns="63500" bIns="63500" rtlCol="0" anchor="ctr">
            <a:noAutofit/>
          </a:bodyPr>
          <a:lstStyle>
            <a:lvl1pPr>
              <a:buNone/>
            </a:lvl1pPr>
          </a:lstStyle>
          <a:p>
            <a:pPr algn="ctr"/>
            <a:endParaRPr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0" name="椭圆 19"/>
          <p:cNvSpPr/>
          <p:nvPr/>
        </p:nvSpPr>
        <p:spPr>
          <a:xfrm flipV="1">
            <a:off x="715645" y="2559685"/>
            <a:ext cx="10782935" cy="3470910"/>
          </a:xfrm>
          <a:prstGeom prst="ellipse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tx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Auto Shape 2"/>
          <p:cNvSpPr>
            <a:spLocks noGrp="1"/>
          </p:cNvSpPr>
          <p:nvPr/>
        </p:nvSpPr>
        <p:spPr>
          <a:xfrm>
            <a:off x="648434" y="512541"/>
            <a:ext cx="67057" cy="245393"/>
          </a:xfrm>
          <a:prstGeom prst="roundRect">
            <a:avLst>
              <a:gd name="adj" fmla="val 0"/>
            </a:avLst>
          </a:prstGeom>
          <a:solidFill>
            <a:srgbClr val="4472C4"/>
          </a:solidFill>
          <a:ln w="25400" cap="flat" cmpd="sng">
            <a:noFill/>
            <a:round/>
          </a:ln>
        </p:spPr>
        <p:txBody>
          <a:bodyPr vert="horz" wrap="square" lIns="91440" tIns="45720" rIns="91440" bIns="45720" rtlCol="0" anchor="ctr" anchorCtr="0">
            <a:noAutofit/>
          </a:bodyPr>
          <a:lstStyle>
            <a:lvl1pPr algn="ctr" defTabSz="247015">
              <a:lnSpc>
                <a:spcPct val="100000"/>
              </a:lnSpc>
              <a:buNone/>
              <a:defRPr sz="1600">
                <a:solidFill>
                  <a:srgbClr val="1F2329"/>
                </a:solidFill>
                <a:latin typeface="Noto Sans SC"/>
              </a:defRPr>
            </a:lvl1pPr>
          </a:lstStyle>
          <a:p>
            <a:pPr algn="ctr"/>
            <a:endParaRPr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" name="Auto Shape 3"/>
          <p:cNvSpPr>
            <a:spLocks noGrp="1"/>
          </p:cNvSpPr>
          <p:nvPr/>
        </p:nvSpPr>
        <p:spPr>
          <a:xfrm>
            <a:off x="648434" y="736371"/>
            <a:ext cx="67057" cy="126090"/>
          </a:xfrm>
          <a:prstGeom prst="roundRect">
            <a:avLst>
              <a:gd name="adj" fmla="val 0"/>
            </a:avLst>
          </a:prstGeom>
          <a:solidFill>
            <a:srgbClr val="ED7D31"/>
          </a:solidFill>
          <a:ln w="25400" cap="flat" cmpd="sng">
            <a:noFill/>
            <a:round/>
          </a:ln>
        </p:spPr>
        <p:txBody>
          <a:bodyPr vert="horz" wrap="square" lIns="91440" tIns="45720" rIns="91440" bIns="45720" rtlCol="0" anchor="ctr" anchorCtr="0">
            <a:noAutofit/>
          </a:bodyPr>
          <a:lstStyle>
            <a:lvl1pPr algn="ctr" defTabSz="247015">
              <a:lnSpc>
                <a:spcPct val="100000"/>
              </a:lnSpc>
              <a:buNone/>
              <a:defRPr sz="1600">
                <a:solidFill>
                  <a:srgbClr val="1F2329"/>
                </a:solidFill>
                <a:latin typeface="Noto Sans SC"/>
              </a:defRPr>
            </a:lvl1pPr>
          </a:lstStyle>
          <a:p>
            <a:pPr algn="ctr"/>
            <a:endParaRPr>
              <a:latin typeface="PingFang SC" panose="020B0400000000000000" charset="-122"/>
              <a:ea typeface="PingFang SC" panose="020B0400000000000000" charset="-122"/>
            </a:endParaRPr>
          </a:p>
        </p:txBody>
      </p:sp>
      <p:pic>
        <p:nvPicPr>
          <p:cNvPr id="5" name="Picture 4"/>
          <p:cNvPicPr/>
          <p:nvPr/>
        </p:nvPicPr>
        <p:blipFill>
          <a:blip r:embed="rId1"/>
          <a:srcRect/>
          <a:stretch>
            <a:fillRect/>
          </a:stretch>
        </p:blipFill>
        <p:spPr>
          <a:xfrm>
            <a:off x="9995610" y="475655"/>
            <a:ext cx="1544013" cy="378120"/>
          </a:xfrm>
          <a:prstGeom prst="rect">
            <a:avLst/>
          </a:prstGeom>
          <a:noFill/>
          <a:ln w="25400" cap="flat" cmpd="sng">
            <a:noFill/>
            <a:round/>
          </a:ln>
        </p:spPr>
      </p:pic>
      <p:sp>
        <p:nvSpPr>
          <p:cNvPr id="6" name="Text Box 5"/>
          <p:cNvSpPr txBox="1">
            <a:spLocks noGrp="1"/>
          </p:cNvSpPr>
          <p:nvPr/>
        </p:nvSpPr>
        <p:spPr>
          <a:xfrm>
            <a:off x="990600" y="381000"/>
            <a:ext cx="10414000" cy="5588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 defTabSz="914400"/>
          </a:lstStyle>
          <a:p>
            <a:pPr algn="l" defTabSz="914400">
              <a:lnSpc>
                <a:spcPct val="100000"/>
              </a:lnSpc>
            </a:pPr>
            <a:r>
              <a:rPr lang="zh-CN" altLang="en-US" sz="2600" b="1" i="0" u="none" strike="noStrike" spc="0">
                <a:solidFill>
                  <a:srgbClr val="0F2D55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Noto Sans SC"/>
              </a:rPr>
              <a:t>围绕</a:t>
            </a:r>
            <a:r>
              <a:rPr lang="en-US" sz="2600" b="1" i="0" u="none" strike="noStrike" spc="0">
                <a:solidFill>
                  <a:srgbClr val="0F2D55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Noto Sans SC"/>
              </a:rPr>
              <a:t>5</a:t>
            </a:r>
            <a:r>
              <a:rPr lang="zh-CN" altLang="en-US" sz="2600" b="1" i="0" u="none" strike="noStrike" spc="0">
                <a:solidFill>
                  <a:srgbClr val="0F2D55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Noto Sans SC"/>
              </a:rPr>
              <a:t>大场景构建全生命周期能力</a:t>
            </a:r>
            <a:endParaRPr lang="zh-CN" altLang="en-US" sz="2600" b="1" i="0" u="none" strike="noStrike" spc="0">
              <a:solidFill>
                <a:srgbClr val="0F2D55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  <a:sym typeface="Noto Sans SC"/>
            </a:endParaRPr>
          </a:p>
        </p:txBody>
      </p:sp>
      <p:cxnSp>
        <p:nvCxnSpPr>
          <p:cNvPr id="7" name="Connector"/>
          <p:cNvCxnSpPr/>
          <p:nvPr/>
        </p:nvCxnSpPr>
        <p:spPr>
          <a:xfrm rot="-4093">
            <a:off x="762004" y="1162051"/>
            <a:ext cx="10668000" cy="12700"/>
          </a:xfrm>
          <a:prstGeom prst="straightConnector1">
            <a:avLst/>
          </a:prstGeom>
          <a:solidFill>
            <a:srgbClr val="DEE0E3"/>
          </a:solidFill>
          <a:ln w="12700" cap="flat" cmpd="sng">
            <a:solidFill>
              <a:srgbClr val="E2E8F0"/>
            </a:solidFill>
            <a:round/>
          </a:ln>
        </p:spPr>
      </p:cxnSp>
      <p:grpSp>
        <p:nvGrpSpPr>
          <p:cNvPr id="34" name="组合 33"/>
          <p:cNvGrpSpPr/>
          <p:nvPr/>
        </p:nvGrpSpPr>
        <p:grpSpPr>
          <a:xfrm>
            <a:off x="541655" y="1435100"/>
            <a:ext cx="1117600" cy="304800"/>
            <a:chOff x="1016" y="2260"/>
            <a:chExt cx="1760" cy="480"/>
          </a:xfrm>
        </p:grpSpPr>
        <p:sp>
          <p:nvSpPr>
            <p:cNvPr id="8" name="Auto Shape 7"/>
            <p:cNvSpPr>
              <a:spLocks noGrp="1"/>
            </p:cNvSpPr>
            <p:nvPr/>
          </p:nvSpPr>
          <p:spPr>
            <a:xfrm>
              <a:off x="1016" y="2260"/>
              <a:ext cx="1760" cy="480"/>
            </a:xfrm>
            <a:prstGeom prst="roundRect">
              <a:avLst>
                <a:gd name="adj" fmla="val 0"/>
              </a:avLst>
            </a:prstGeom>
            <a:solidFill>
              <a:srgbClr val="DBEAFE"/>
            </a:solidFill>
            <a:ln w="25400" cap="flat" cmpd="sng">
              <a:noFill/>
              <a:round/>
            </a:ln>
          </p:spPr>
          <p:txBody>
            <a:bodyPr vert="horz" wrap="square" lIns="63500" tIns="63500" rIns="63500" bIns="63500" rtlCol="0" anchor="ctr" anchorCtr="0">
              <a:noAutofit/>
            </a:bodyPr>
            <a:lstStyle>
              <a:lvl1pPr algn="ctr" defTabSz="914400">
                <a:lnSpc>
                  <a:spcPct val="100000"/>
                </a:lnSpc>
                <a:buNone/>
                <a:defRPr sz="1600">
                  <a:solidFill>
                    <a:srgbClr val="1F2329"/>
                  </a:solidFill>
                  <a:latin typeface="Noto Sans SC"/>
                </a:defRPr>
              </a:lvl1pPr>
            </a:lstStyle>
            <a:p>
              <a:pPr algn="ctr"/>
              <a:endParaRPr>
                <a:latin typeface="PingFang SC" panose="020B0400000000000000" charset="-122"/>
                <a:ea typeface="PingFang SC" panose="020B0400000000000000" charset="-122"/>
              </a:endParaRPr>
            </a:p>
          </p:txBody>
        </p:sp>
        <p:sp>
          <p:nvSpPr>
            <p:cNvPr id="9" name="Text Box 8"/>
            <p:cNvSpPr txBox="1">
              <a:spLocks noGrp="1"/>
            </p:cNvSpPr>
            <p:nvPr/>
          </p:nvSpPr>
          <p:spPr>
            <a:xfrm>
              <a:off x="1016" y="2300"/>
              <a:ext cx="1760" cy="400"/>
            </a:xfrm>
            <a:prstGeom prst="rect">
              <a:avLst/>
            </a:prstGeom>
            <a:noFill/>
            <a:ln w="12700" cap="flat" cmpd="sng">
              <a:noFill/>
              <a:round/>
            </a:ln>
          </p:spPr>
          <p:txBody>
            <a:bodyPr vert="horz" wrap="square" lIns="0" tIns="0" rIns="0" bIns="0" rtlCol="0" anchor="ctr">
              <a:noAutofit/>
            </a:bodyPr>
            <a:lstStyle>
              <a:lvl1pPr algn="ctr" defTabSz="914400"/>
            </a:lstStyle>
            <a:p>
              <a:pPr algn="ctr" defTabSz="914400">
                <a:lnSpc>
                  <a:spcPct val="100000"/>
                </a:lnSpc>
              </a:pPr>
              <a:r>
                <a:rPr sz="1100" i="0" u="none" strike="noStrike" spc="100">
                  <a:solidFill>
                    <a:srgbClr val="2563EB"/>
                  </a:solidFill>
                  <a:latin typeface="PingFang SC" panose="020B0400000000000000" charset="-122"/>
                  <a:ea typeface="PingFang SC" panose="020B0400000000000000" charset="-122"/>
                  <a:cs typeface="Noto Sans SC"/>
                  <a:sym typeface="Noto Sans SC"/>
                </a:rPr>
                <a:t>需求全景</a:t>
              </a:r>
              <a:endParaRPr sz="1100" i="0" u="none" strike="noStrike" spc="100">
                <a:solidFill>
                  <a:srgbClr val="2563EB"/>
                </a:solidFill>
                <a:latin typeface="PingFang SC" panose="020B0400000000000000" charset="-122"/>
                <a:ea typeface="PingFang SC" panose="020B0400000000000000" charset="-122"/>
                <a:cs typeface="Noto Sans SC"/>
                <a:sym typeface="Noto Sans SC"/>
              </a:endParaRPr>
            </a:p>
          </p:txBody>
        </p:sp>
      </p:grpSp>
      <p:cxnSp>
        <p:nvCxnSpPr>
          <p:cNvPr id="22" name="Connector"/>
          <p:cNvCxnSpPr/>
          <p:nvPr/>
        </p:nvCxnSpPr>
        <p:spPr>
          <a:xfrm rot="-4093">
            <a:off x="762004" y="6013451"/>
            <a:ext cx="10668000" cy="12700"/>
          </a:xfrm>
          <a:prstGeom prst="straightConnector1">
            <a:avLst/>
          </a:prstGeom>
          <a:solidFill>
            <a:srgbClr val="DEE0E3"/>
          </a:solidFill>
          <a:ln w="12700" cap="flat" cmpd="sng">
            <a:solidFill>
              <a:srgbClr val="E2E8F0"/>
            </a:solidFill>
            <a:round/>
          </a:ln>
        </p:spPr>
      </p:cxnSp>
      <p:sp>
        <p:nvSpPr>
          <p:cNvPr id="23" name="Text Box 22"/>
          <p:cNvSpPr txBox="1">
            <a:spLocks noGrp="1"/>
          </p:cNvSpPr>
          <p:nvPr/>
        </p:nvSpPr>
        <p:spPr>
          <a:xfrm>
            <a:off x="762000" y="6172200"/>
            <a:ext cx="10668000" cy="3556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ctr" defTabSz="914400"/>
          </a:lstStyle>
          <a:p>
            <a:pPr algn="ctr" defTabSz="914400">
              <a:lnSpc>
                <a:spcPct val="100000"/>
              </a:lnSpc>
            </a:pPr>
            <a:r>
              <a:rPr sz="1200" b="1" i="0" u="none" strike="noStrike" spc="0">
                <a:solidFill>
                  <a:srgbClr val="64748B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Noto Sans SC"/>
              </a:rPr>
              <a:t>设计原则：正向流转不回退 · 数据一次录入全程继承 · 考核数据从业务自动生成</a:t>
            </a:r>
            <a:endParaRPr sz="1200" b="1" i="0" u="none" strike="noStrike" spc="0">
              <a:solidFill>
                <a:srgbClr val="64748B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  <a:sym typeface="Noto Sans SC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2845" y="1717675"/>
            <a:ext cx="4692015" cy="3917315"/>
          </a:xfrm>
          <a:prstGeom prst="rect">
            <a:avLst/>
          </a:prstGeom>
        </p:spPr>
      </p:pic>
      <p:grpSp>
        <p:nvGrpSpPr>
          <p:cNvPr id="21" name="组合 20"/>
          <p:cNvGrpSpPr/>
          <p:nvPr/>
        </p:nvGrpSpPr>
        <p:grpSpPr>
          <a:xfrm>
            <a:off x="541655" y="2362200"/>
            <a:ext cx="2801620" cy="635000"/>
            <a:chOff x="1200" y="3020"/>
            <a:chExt cx="6376" cy="1000"/>
          </a:xfrm>
        </p:grpSpPr>
        <p:sp>
          <p:nvSpPr>
            <p:cNvPr id="10" name="Auto Shape 9"/>
            <p:cNvSpPr>
              <a:spLocks noGrp="1"/>
            </p:cNvSpPr>
            <p:nvPr/>
          </p:nvSpPr>
          <p:spPr>
            <a:xfrm>
              <a:off x="1200" y="3020"/>
              <a:ext cx="6376" cy="1000"/>
            </a:xfrm>
            <a:prstGeom prst="roundRect">
              <a:avLst>
                <a:gd name="adj" fmla="val 16000"/>
              </a:avLst>
            </a:prstGeom>
            <a:solidFill>
              <a:srgbClr val="F1F5F9"/>
            </a:solidFill>
            <a:ln w="25400" cap="flat" cmpd="sng">
              <a:noFill/>
              <a:round/>
            </a:ln>
            <a:effectLst>
              <a:outerShdw blurRad="101600" dist="38100" dir="5400000" algn="tl">
                <a:srgbClr val="000000">
                  <a:alpha val="8000"/>
                </a:srgbClr>
              </a:outerShdw>
            </a:effectLst>
          </p:spPr>
          <p:txBody>
            <a:bodyPr vert="horz" wrap="square" lIns="63500" tIns="63500" rIns="63500" bIns="63500" rtlCol="0" anchor="ctr" anchorCtr="0">
              <a:noAutofit/>
            </a:bodyPr>
            <a:lstStyle>
              <a:lvl1pPr algn="ctr" defTabSz="914400">
                <a:lnSpc>
                  <a:spcPct val="100000"/>
                </a:lnSpc>
                <a:buNone/>
                <a:defRPr sz="1600">
                  <a:solidFill>
                    <a:srgbClr val="1F2329"/>
                  </a:solidFill>
                  <a:latin typeface="Noto Sans SC"/>
                </a:defRPr>
              </a:lvl1pPr>
            </a:lstStyle>
            <a:p>
              <a:pPr algn="ctr"/>
              <a:endParaRPr>
                <a:latin typeface="PingFang SC" panose="020B0400000000000000" charset="-122"/>
                <a:ea typeface="PingFang SC" panose="020B0400000000000000" charset="-122"/>
              </a:endParaRPr>
            </a:p>
          </p:txBody>
        </p:sp>
        <p:sp>
          <p:nvSpPr>
            <p:cNvPr id="11" name="Text Box 10"/>
            <p:cNvSpPr txBox="1">
              <a:spLocks noGrp="1"/>
            </p:cNvSpPr>
            <p:nvPr/>
          </p:nvSpPr>
          <p:spPr>
            <a:xfrm>
              <a:off x="1440" y="3100"/>
              <a:ext cx="5524" cy="880"/>
            </a:xfrm>
            <a:prstGeom prst="rect">
              <a:avLst/>
            </a:prstGeom>
            <a:noFill/>
            <a:ln w="12700" cap="flat" cmpd="sng">
              <a:noFill/>
              <a:round/>
            </a:ln>
          </p:spPr>
          <p:txBody>
            <a:bodyPr vert="horz" wrap="square" lIns="0" tIns="0" rIns="0" bIns="0" rtlCol="0" anchor="ctr">
              <a:noAutofit/>
            </a:bodyPr>
            <a:lstStyle>
              <a:lvl1pPr algn="l" defTabSz="914400"/>
            </a:lstStyle>
            <a:p>
              <a:pPr algn="l" defTabSz="914400">
                <a:lnSpc>
                  <a:spcPct val="117000"/>
                </a:lnSpc>
              </a:pPr>
              <a:r>
                <a:rPr sz="1100" b="1" i="0" u="none" strike="noStrike" spc="0">
                  <a:solidFill>
                    <a:srgbClr val="0F2D55"/>
                  </a:solidFill>
                  <a:latin typeface="PingFang SC Semibold" panose="020B0400000000000000" charset="-122"/>
                  <a:ea typeface="PingFang SC Semibold" panose="020B0400000000000000" charset="-122"/>
                  <a:cs typeface="PingFang SC" panose="020B0400000000000000" charset="-122"/>
                  <a:sym typeface="Noto Sans SC"/>
                </a:rPr>
                <a:t>独立部署与数据导入</a:t>
              </a:r>
              <a:endParaRPr sz="1100" b="1" i="0" u="none" strike="noStrike" spc="0">
                <a:solidFill>
                  <a:srgbClr val="0F2D55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" panose="020B0400000000000000" charset="-122"/>
                <a:sym typeface="Noto Sans SC"/>
              </a:endParaRPr>
            </a:p>
            <a:p>
              <a:pPr algn="l" defTabSz="914400">
                <a:lnSpc>
                  <a:spcPct val="117000"/>
                </a:lnSpc>
              </a:pPr>
              <a:r>
                <a:rPr sz="1100" i="0" u="none" strike="noStrike" spc="0">
                  <a:solidFill>
                    <a:srgbClr val="465667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  <a:sym typeface="Noto Sans SC"/>
                </a:rPr>
                <a:t>区级独立部署，市级</a:t>
              </a:r>
              <a:r>
                <a:rPr lang="zh-CN" sz="1100" i="0" u="none" strike="noStrike" spc="0">
                  <a:solidFill>
                    <a:srgbClr val="465667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  <a:sym typeface="Noto Sans SC"/>
                </a:rPr>
                <a:t>数据支持</a:t>
              </a:r>
              <a:r>
                <a:rPr sz="1100" i="0" u="none" strike="noStrike" spc="0">
                  <a:solidFill>
                    <a:srgbClr val="465667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  <a:sym typeface="Noto Sans SC"/>
                </a:rPr>
                <a:t>批量导入</a:t>
              </a:r>
              <a:endParaRPr sz="1100" i="0" u="none" strike="noStrike" spc="0">
                <a:solidFill>
                  <a:srgbClr val="46566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Noto Sans SC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563245" y="3676650"/>
            <a:ext cx="2801620" cy="635000"/>
            <a:chOff x="1200" y="4180"/>
            <a:chExt cx="6376" cy="1000"/>
          </a:xfrm>
        </p:grpSpPr>
        <p:sp>
          <p:nvSpPr>
            <p:cNvPr id="12" name="Auto Shape 11"/>
            <p:cNvSpPr>
              <a:spLocks noGrp="1"/>
            </p:cNvSpPr>
            <p:nvPr/>
          </p:nvSpPr>
          <p:spPr>
            <a:xfrm>
              <a:off x="1200" y="4180"/>
              <a:ext cx="6376" cy="1000"/>
            </a:xfrm>
            <a:prstGeom prst="roundRect">
              <a:avLst>
                <a:gd name="adj" fmla="val 16000"/>
              </a:avLst>
            </a:prstGeom>
            <a:solidFill>
              <a:srgbClr val="F1F5F9"/>
            </a:solidFill>
            <a:ln w="25400" cap="flat" cmpd="sng">
              <a:noFill/>
              <a:round/>
            </a:ln>
            <a:effectLst>
              <a:outerShdw blurRad="101600" dist="38100" dir="5400000" algn="tl">
                <a:srgbClr val="000000">
                  <a:alpha val="8000"/>
                </a:srgbClr>
              </a:outerShdw>
            </a:effectLst>
          </p:spPr>
          <p:txBody>
            <a:bodyPr vert="horz" wrap="square" lIns="63500" tIns="63500" rIns="63500" bIns="63500" rtlCol="0" anchor="ctr" anchorCtr="0">
              <a:noAutofit/>
            </a:bodyPr>
            <a:lstStyle>
              <a:lvl1pPr algn="ctr" defTabSz="914400">
                <a:lnSpc>
                  <a:spcPct val="100000"/>
                </a:lnSpc>
                <a:buNone/>
                <a:defRPr sz="1600">
                  <a:solidFill>
                    <a:srgbClr val="1F2329"/>
                  </a:solidFill>
                  <a:latin typeface="Noto Sans SC"/>
                </a:defRPr>
              </a:lvl1pPr>
            </a:lstStyle>
            <a:p>
              <a:pPr algn="ctr"/>
              <a:endParaRPr>
                <a:latin typeface="PingFang SC" panose="020B0400000000000000" charset="-122"/>
                <a:ea typeface="PingFang SC" panose="020B0400000000000000" charset="-122"/>
              </a:endParaRPr>
            </a:p>
          </p:txBody>
        </p:sp>
        <p:sp>
          <p:nvSpPr>
            <p:cNvPr id="13" name="Text Box 12"/>
            <p:cNvSpPr txBox="1">
              <a:spLocks noGrp="1"/>
            </p:cNvSpPr>
            <p:nvPr/>
          </p:nvSpPr>
          <p:spPr>
            <a:xfrm>
              <a:off x="1440" y="4260"/>
              <a:ext cx="5524" cy="880"/>
            </a:xfrm>
            <a:prstGeom prst="rect">
              <a:avLst/>
            </a:prstGeom>
            <a:noFill/>
            <a:ln w="12700" cap="flat" cmpd="sng">
              <a:noFill/>
              <a:round/>
            </a:ln>
          </p:spPr>
          <p:txBody>
            <a:bodyPr vert="horz" wrap="square" lIns="0" tIns="0" rIns="0" bIns="0" rtlCol="0" anchor="ctr">
              <a:noAutofit/>
            </a:bodyPr>
            <a:lstStyle>
              <a:lvl1pPr algn="l" defTabSz="914400"/>
            </a:lstStyle>
            <a:p>
              <a:pPr algn="l" defTabSz="914400">
                <a:lnSpc>
                  <a:spcPct val="117000"/>
                </a:lnSpc>
              </a:pPr>
              <a:r>
                <a:rPr sz="1100" b="1" i="0" u="none" strike="noStrike" spc="0">
                  <a:solidFill>
                    <a:srgbClr val="0F2D55"/>
                  </a:solidFill>
                  <a:latin typeface="PingFang SC Semibold" panose="020B0400000000000000" charset="-122"/>
                  <a:ea typeface="PingFang SC Semibold" panose="020B0400000000000000" charset="-122"/>
                  <a:cs typeface="PingFang SC" panose="020B0400000000000000" charset="-122"/>
                  <a:sym typeface="Noto Sans SC"/>
                </a:rPr>
                <a:t>项目全生命周期管理</a:t>
              </a:r>
              <a:endParaRPr sz="1100" b="1" i="0" u="none" strike="noStrike" spc="0">
                <a:solidFill>
                  <a:srgbClr val="0F2D55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" panose="020B0400000000000000" charset="-122"/>
                <a:sym typeface="Noto Sans SC"/>
              </a:endParaRPr>
            </a:p>
            <a:p>
              <a:pPr algn="l" defTabSz="914400">
                <a:lnSpc>
                  <a:spcPct val="117000"/>
                </a:lnSpc>
              </a:pPr>
              <a:r>
                <a:rPr sz="1100" i="0" u="none" strike="noStrike" spc="0">
                  <a:solidFill>
                    <a:srgbClr val="465667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  <a:sym typeface="Noto Sans SC"/>
                </a:rPr>
                <a:t>谋划 → 在谈 → 签约 → 落地 + 退库</a:t>
              </a:r>
              <a:endParaRPr sz="1100" i="0" u="none" strike="noStrike" spc="0">
                <a:solidFill>
                  <a:srgbClr val="46566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Noto Sans SC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541655" y="4886325"/>
            <a:ext cx="2802255" cy="635000"/>
            <a:chOff x="1200" y="5340"/>
            <a:chExt cx="6376" cy="1000"/>
          </a:xfrm>
        </p:grpSpPr>
        <p:sp>
          <p:nvSpPr>
            <p:cNvPr id="14" name="Auto Shape 13"/>
            <p:cNvSpPr>
              <a:spLocks noGrp="1"/>
            </p:cNvSpPr>
            <p:nvPr/>
          </p:nvSpPr>
          <p:spPr>
            <a:xfrm>
              <a:off x="1200" y="5340"/>
              <a:ext cx="6376" cy="1000"/>
            </a:xfrm>
            <a:prstGeom prst="roundRect">
              <a:avLst>
                <a:gd name="adj" fmla="val 16000"/>
              </a:avLst>
            </a:prstGeom>
            <a:solidFill>
              <a:srgbClr val="F1F5F9"/>
            </a:solidFill>
            <a:ln w="25400" cap="flat" cmpd="sng">
              <a:noFill/>
              <a:round/>
            </a:ln>
            <a:effectLst>
              <a:outerShdw blurRad="101600" dist="38100" dir="5400000" algn="tl">
                <a:srgbClr val="000000">
                  <a:alpha val="8000"/>
                </a:srgbClr>
              </a:outerShdw>
            </a:effectLst>
          </p:spPr>
          <p:txBody>
            <a:bodyPr vert="horz" wrap="square" lIns="63500" tIns="63500" rIns="63500" bIns="63500" rtlCol="0" anchor="ctr" anchorCtr="0">
              <a:noAutofit/>
            </a:bodyPr>
            <a:lstStyle>
              <a:lvl1pPr algn="ctr" defTabSz="914400">
                <a:lnSpc>
                  <a:spcPct val="100000"/>
                </a:lnSpc>
                <a:buNone/>
                <a:defRPr sz="1600">
                  <a:solidFill>
                    <a:srgbClr val="1F2329"/>
                  </a:solidFill>
                  <a:latin typeface="Noto Sans SC"/>
                </a:defRPr>
              </a:lvl1pPr>
            </a:lstStyle>
            <a:p>
              <a:pPr algn="ctr"/>
              <a:endParaRPr>
                <a:latin typeface="PingFang SC" panose="020B0400000000000000" charset="-122"/>
                <a:ea typeface="PingFang SC" panose="020B0400000000000000" charset="-122"/>
              </a:endParaRPr>
            </a:p>
          </p:txBody>
        </p:sp>
        <p:sp>
          <p:nvSpPr>
            <p:cNvPr id="15" name="Text Box 14"/>
            <p:cNvSpPr txBox="1">
              <a:spLocks noGrp="1"/>
            </p:cNvSpPr>
            <p:nvPr/>
          </p:nvSpPr>
          <p:spPr>
            <a:xfrm>
              <a:off x="1440" y="5420"/>
              <a:ext cx="5524" cy="880"/>
            </a:xfrm>
            <a:prstGeom prst="rect">
              <a:avLst/>
            </a:prstGeom>
            <a:noFill/>
            <a:ln w="12700" cap="flat" cmpd="sng">
              <a:noFill/>
              <a:round/>
            </a:ln>
          </p:spPr>
          <p:txBody>
            <a:bodyPr vert="horz" wrap="square" lIns="0" tIns="0" rIns="0" bIns="0" rtlCol="0" anchor="ctr">
              <a:noAutofit/>
            </a:bodyPr>
            <a:lstStyle>
              <a:lvl1pPr algn="l" defTabSz="914400"/>
            </a:lstStyle>
            <a:p>
              <a:pPr algn="l" defTabSz="914400">
                <a:lnSpc>
                  <a:spcPct val="117000"/>
                </a:lnSpc>
              </a:pPr>
              <a:r>
                <a:rPr sz="1100" b="1" i="0" u="none" strike="noStrike" spc="0">
                  <a:solidFill>
                    <a:srgbClr val="0F2D55"/>
                  </a:solidFill>
                  <a:latin typeface="PingFang SC Semibold" panose="020B0400000000000000" charset="-122"/>
                  <a:ea typeface="PingFang SC Semibold" panose="020B0400000000000000" charset="-122"/>
                  <a:cs typeface="Noto Sans SC"/>
                  <a:sym typeface="Noto Sans SC"/>
                </a:rPr>
                <a:t>多主体考核</a:t>
              </a:r>
              <a:endParaRPr sz="1100" b="1" i="0" u="none" strike="noStrike" spc="0">
                <a:solidFill>
                  <a:srgbClr val="0F2D55"/>
                </a:solidFill>
                <a:latin typeface="PingFang SC Semibold" panose="020B0400000000000000" charset="-122"/>
                <a:ea typeface="PingFang SC Semibold" panose="020B0400000000000000" charset="-122"/>
                <a:cs typeface="Noto Sans SC"/>
                <a:sym typeface="Noto Sans SC"/>
              </a:endParaRPr>
            </a:p>
            <a:p>
              <a:pPr algn="l" defTabSz="914400">
                <a:lnSpc>
                  <a:spcPct val="117000"/>
                </a:lnSpc>
              </a:pPr>
              <a:r>
                <a:rPr sz="1100" i="0" u="none" strike="noStrike" spc="0">
                  <a:solidFill>
                    <a:srgbClr val="465667"/>
                  </a:solidFill>
                  <a:latin typeface="PingFang SC" panose="020B0400000000000000" charset="-122"/>
                  <a:ea typeface="PingFang SC" panose="020B0400000000000000" charset="-122"/>
                  <a:cs typeface="Noto Sans SC"/>
                  <a:sym typeface="Noto Sans SC"/>
                </a:rPr>
                <a:t>目标设定、动作填报、审核管理、统计看板</a:t>
              </a:r>
              <a:endParaRPr sz="1100" i="0" u="none" strike="noStrike" spc="0">
                <a:solidFill>
                  <a:srgbClr val="465667"/>
                </a:solidFill>
                <a:latin typeface="PingFang SC" panose="020B0400000000000000" charset="-122"/>
                <a:ea typeface="PingFang SC" panose="020B0400000000000000" charset="-122"/>
                <a:cs typeface="Noto Sans SC"/>
                <a:sym typeface="Noto Sans SC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8773795" y="4267200"/>
            <a:ext cx="3076575" cy="635000"/>
            <a:chOff x="1200" y="6500"/>
            <a:chExt cx="6376" cy="1000"/>
          </a:xfrm>
        </p:grpSpPr>
        <p:sp>
          <p:nvSpPr>
            <p:cNvPr id="16" name="Auto Shape 15"/>
            <p:cNvSpPr>
              <a:spLocks noGrp="1"/>
            </p:cNvSpPr>
            <p:nvPr/>
          </p:nvSpPr>
          <p:spPr>
            <a:xfrm>
              <a:off x="1200" y="6500"/>
              <a:ext cx="6376" cy="1000"/>
            </a:xfrm>
            <a:prstGeom prst="roundRect">
              <a:avLst>
                <a:gd name="adj" fmla="val 16000"/>
              </a:avLst>
            </a:prstGeom>
            <a:solidFill>
              <a:srgbClr val="F1F5F9"/>
            </a:solidFill>
            <a:ln w="25400" cap="flat" cmpd="sng">
              <a:noFill/>
              <a:round/>
            </a:ln>
            <a:effectLst>
              <a:outerShdw blurRad="101600" dist="38100" dir="5400000" algn="tl">
                <a:srgbClr val="000000">
                  <a:alpha val="8000"/>
                </a:srgbClr>
              </a:outerShdw>
            </a:effectLst>
          </p:spPr>
          <p:txBody>
            <a:bodyPr vert="horz" wrap="square" lIns="63500" tIns="63500" rIns="63500" bIns="63500" rtlCol="0" anchor="ctr" anchorCtr="0">
              <a:noAutofit/>
            </a:bodyPr>
            <a:lstStyle>
              <a:lvl1pPr algn="ctr" defTabSz="914400">
                <a:lnSpc>
                  <a:spcPct val="100000"/>
                </a:lnSpc>
                <a:buNone/>
                <a:defRPr sz="1600">
                  <a:solidFill>
                    <a:srgbClr val="1F2329"/>
                  </a:solidFill>
                  <a:latin typeface="Noto Sans SC"/>
                </a:defRPr>
              </a:lvl1pPr>
            </a:lstStyle>
            <a:p>
              <a:pPr algn="ctr"/>
              <a:endParaRPr>
                <a:latin typeface="PingFang SC" panose="020B0400000000000000" charset="-122"/>
                <a:ea typeface="PingFang SC" panose="020B0400000000000000" charset="-122"/>
              </a:endParaRPr>
            </a:p>
          </p:txBody>
        </p:sp>
        <p:sp>
          <p:nvSpPr>
            <p:cNvPr id="17" name="Text Box 16"/>
            <p:cNvSpPr txBox="1">
              <a:spLocks noGrp="1"/>
            </p:cNvSpPr>
            <p:nvPr/>
          </p:nvSpPr>
          <p:spPr>
            <a:xfrm>
              <a:off x="1440" y="6580"/>
              <a:ext cx="5524" cy="880"/>
            </a:xfrm>
            <a:prstGeom prst="rect">
              <a:avLst/>
            </a:prstGeom>
            <a:noFill/>
            <a:ln w="12700" cap="flat" cmpd="sng">
              <a:noFill/>
              <a:round/>
            </a:ln>
          </p:spPr>
          <p:txBody>
            <a:bodyPr vert="horz" wrap="square" lIns="0" tIns="0" rIns="0" bIns="0" rtlCol="0" anchor="ctr">
              <a:noAutofit/>
            </a:bodyPr>
            <a:lstStyle>
              <a:lvl1pPr algn="l" defTabSz="914400"/>
            </a:lstStyle>
            <a:p>
              <a:pPr algn="l" defTabSz="914400">
                <a:lnSpc>
                  <a:spcPct val="117000"/>
                </a:lnSpc>
              </a:pPr>
              <a:r>
                <a:rPr sz="1100" b="1" i="0" u="none" strike="noStrike" spc="0">
                  <a:solidFill>
                    <a:srgbClr val="0F2D55"/>
                  </a:solidFill>
                  <a:latin typeface="PingFang SC Semibold" panose="020B0400000000000000" charset="-122"/>
                  <a:ea typeface="PingFang SC Semibold" panose="020B0400000000000000" charset="-122"/>
                  <a:cs typeface="PingFang SC" panose="020B0400000000000000" charset="-122"/>
                  <a:sym typeface="Noto Sans SC"/>
                </a:rPr>
                <a:t>智能体应用</a:t>
              </a:r>
              <a:endParaRPr sz="1100" b="1" i="0" u="none" strike="noStrike" spc="0">
                <a:solidFill>
                  <a:srgbClr val="0F2D55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" panose="020B0400000000000000" charset="-122"/>
                <a:sym typeface="Noto Sans SC"/>
              </a:endParaRPr>
            </a:p>
            <a:p>
              <a:pPr algn="l" defTabSz="914400">
                <a:lnSpc>
                  <a:spcPct val="117000"/>
                </a:lnSpc>
              </a:pPr>
              <a:r>
                <a:rPr sz="1100" i="0" u="none" strike="noStrike" spc="0">
                  <a:solidFill>
                    <a:srgbClr val="465667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  <a:sym typeface="Noto Sans SC"/>
                </a:rPr>
                <a:t>自动判重、AI 统计报告、AI 分析总结</a:t>
              </a:r>
              <a:endParaRPr sz="1100" i="0" u="none" strike="noStrike" spc="0">
                <a:solidFill>
                  <a:srgbClr val="46566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Noto Sans SC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8775700" y="2921000"/>
            <a:ext cx="3087370" cy="635000"/>
            <a:chOff x="1200" y="7660"/>
            <a:chExt cx="6376" cy="1000"/>
          </a:xfrm>
        </p:grpSpPr>
        <p:sp>
          <p:nvSpPr>
            <p:cNvPr id="18" name="Auto Shape 17"/>
            <p:cNvSpPr>
              <a:spLocks noGrp="1"/>
            </p:cNvSpPr>
            <p:nvPr/>
          </p:nvSpPr>
          <p:spPr>
            <a:xfrm>
              <a:off x="1200" y="7660"/>
              <a:ext cx="6376" cy="1000"/>
            </a:xfrm>
            <a:prstGeom prst="roundRect">
              <a:avLst>
                <a:gd name="adj" fmla="val 16000"/>
              </a:avLst>
            </a:prstGeom>
            <a:solidFill>
              <a:srgbClr val="F1F5F9"/>
            </a:solidFill>
            <a:ln w="25400" cap="flat" cmpd="sng">
              <a:noFill/>
              <a:round/>
            </a:ln>
            <a:effectLst>
              <a:outerShdw blurRad="101600" dist="38100" dir="5400000" algn="tl">
                <a:srgbClr val="000000">
                  <a:alpha val="8000"/>
                </a:srgbClr>
              </a:outerShdw>
            </a:effectLst>
          </p:spPr>
          <p:txBody>
            <a:bodyPr vert="horz" wrap="square" lIns="63500" tIns="63500" rIns="63500" bIns="63500" rtlCol="0" anchor="ctr" anchorCtr="0">
              <a:noAutofit/>
            </a:bodyPr>
            <a:lstStyle>
              <a:lvl1pPr algn="ctr" defTabSz="914400">
                <a:lnSpc>
                  <a:spcPct val="100000"/>
                </a:lnSpc>
                <a:buNone/>
                <a:defRPr sz="1600">
                  <a:solidFill>
                    <a:srgbClr val="1F2329"/>
                  </a:solidFill>
                  <a:latin typeface="Noto Sans SC"/>
                </a:defRPr>
              </a:lvl1pPr>
            </a:lstStyle>
            <a:p>
              <a:pPr algn="ctr"/>
              <a:endParaRPr>
                <a:latin typeface="PingFang SC" panose="020B0400000000000000" charset="-122"/>
                <a:ea typeface="PingFang SC" panose="020B0400000000000000" charset="-122"/>
              </a:endParaRPr>
            </a:p>
          </p:txBody>
        </p:sp>
        <p:sp>
          <p:nvSpPr>
            <p:cNvPr id="19" name="Text Box 18"/>
            <p:cNvSpPr txBox="1">
              <a:spLocks noGrp="1"/>
            </p:cNvSpPr>
            <p:nvPr/>
          </p:nvSpPr>
          <p:spPr>
            <a:xfrm>
              <a:off x="1440" y="7740"/>
              <a:ext cx="5524" cy="880"/>
            </a:xfrm>
            <a:prstGeom prst="rect">
              <a:avLst/>
            </a:prstGeom>
            <a:noFill/>
            <a:ln w="12700" cap="flat" cmpd="sng">
              <a:noFill/>
              <a:round/>
            </a:ln>
          </p:spPr>
          <p:txBody>
            <a:bodyPr vert="horz" wrap="square" lIns="0" tIns="0" rIns="0" bIns="0" rtlCol="0" anchor="ctr">
              <a:noAutofit/>
            </a:bodyPr>
            <a:lstStyle>
              <a:lvl1pPr algn="l" defTabSz="914400"/>
            </a:lstStyle>
            <a:p>
              <a:pPr algn="l" defTabSz="914400">
                <a:lnSpc>
                  <a:spcPct val="117000"/>
                </a:lnSpc>
              </a:pPr>
              <a:r>
                <a:rPr sz="1100" b="1" i="0" u="none" strike="noStrike" spc="0">
                  <a:solidFill>
                    <a:srgbClr val="0F2D55"/>
                  </a:solidFill>
                  <a:latin typeface="PingFang SC Semibold" panose="020B0400000000000000" charset="-122"/>
                  <a:ea typeface="PingFang SC Semibold" panose="020B0400000000000000" charset="-122"/>
                  <a:cs typeface="Noto Sans SC"/>
                  <a:sym typeface="Noto Sans SC"/>
                </a:rPr>
                <a:t>站内信提醒</a:t>
              </a:r>
              <a:endParaRPr sz="1100" b="1" i="0" u="none" strike="noStrike" spc="0">
                <a:solidFill>
                  <a:srgbClr val="0F2D55"/>
                </a:solidFill>
                <a:latin typeface="PingFang SC Semibold" panose="020B0400000000000000" charset="-122"/>
                <a:ea typeface="PingFang SC Semibold" panose="020B0400000000000000" charset="-122"/>
                <a:cs typeface="Noto Sans SC"/>
                <a:sym typeface="Noto Sans SC"/>
              </a:endParaRPr>
            </a:p>
            <a:p>
              <a:pPr algn="l" defTabSz="914400">
                <a:lnSpc>
                  <a:spcPct val="117000"/>
                </a:lnSpc>
              </a:pPr>
              <a:r>
                <a:rPr sz="1100" i="0" u="none" strike="noStrike" spc="0">
                  <a:solidFill>
                    <a:srgbClr val="465667"/>
                  </a:solidFill>
                  <a:latin typeface="PingFang SC" panose="020B0400000000000000" charset="-122"/>
                  <a:ea typeface="PingFang SC" panose="020B0400000000000000" charset="-122"/>
                  <a:cs typeface="Noto Sans SC"/>
                  <a:sym typeface="Noto Sans SC"/>
                </a:rPr>
                <a:t>任务分派、催办、超期预警、审核结果通知</a:t>
              </a:r>
              <a:endParaRPr sz="1100" i="0" u="none" strike="noStrike" spc="0">
                <a:solidFill>
                  <a:srgbClr val="465667"/>
                </a:solidFill>
                <a:latin typeface="PingFang SC" panose="020B0400000000000000" charset="-122"/>
                <a:ea typeface="PingFang SC" panose="020B0400000000000000" charset="-122"/>
                <a:cs typeface="Noto Sans SC"/>
                <a:sym typeface="Noto Sans SC"/>
              </a:endParaRPr>
            </a:p>
          </p:txBody>
        </p:sp>
      </p:grpSp>
      <p:cxnSp>
        <p:nvCxnSpPr>
          <p:cNvPr id="29" name="肘形连接符 28"/>
          <p:cNvCxnSpPr/>
          <p:nvPr/>
        </p:nvCxnSpPr>
        <p:spPr>
          <a:xfrm rot="10800000">
            <a:off x="3342640" y="2679700"/>
            <a:ext cx="577215" cy="441960"/>
          </a:xfrm>
          <a:prstGeom prst="bentConnector3">
            <a:avLst>
              <a:gd name="adj1" fmla="val 70077"/>
            </a:avLst>
          </a:prstGeom>
          <a:ln w="31750" cap="flat" cmpd="sng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prstDash val="solid"/>
            <a:headEnd type="none"/>
            <a:tailEnd type="oval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肘形连接符 29"/>
          <p:cNvCxnSpPr/>
          <p:nvPr/>
        </p:nvCxnSpPr>
        <p:spPr>
          <a:xfrm rot="10800000">
            <a:off x="3364230" y="3994150"/>
            <a:ext cx="478155" cy="151130"/>
          </a:xfrm>
          <a:prstGeom prst="bentConnector3">
            <a:avLst>
              <a:gd name="adj1" fmla="val 49934"/>
            </a:avLst>
          </a:prstGeom>
          <a:ln w="31750" cap="flat" cmpd="sng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prstDash val="solid"/>
            <a:headEnd type="none"/>
            <a:tailEnd type="oval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肘形连接符 30"/>
          <p:cNvCxnSpPr/>
          <p:nvPr/>
        </p:nvCxnSpPr>
        <p:spPr>
          <a:xfrm rot="10800000" flipV="1">
            <a:off x="3343275" y="4651375"/>
            <a:ext cx="2041525" cy="552450"/>
          </a:xfrm>
          <a:prstGeom prst="bentConnector3">
            <a:avLst>
              <a:gd name="adj1" fmla="val 84261"/>
            </a:avLst>
          </a:prstGeom>
          <a:ln w="31750" cap="flat" cmpd="sng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prstDash val="solid"/>
            <a:headEnd type="none"/>
            <a:tailEnd type="oval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肘形连接符 31"/>
          <p:cNvCxnSpPr/>
          <p:nvPr/>
        </p:nvCxnSpPr>
        <p:spPr>
          <a:xfrm flipV="1">
            <a:off x="7291070" y="4584700"/>
            <a:ext cx="1482725" cy="481330"/>
          </a:xfrm>
          <a:prstGeom prst="bentConnector3">
            <a:avLst>
              <a:gd name="adj1" fmla="val 85010"/>
            </a:avLst>
          </a:prstGeom>
          <a:ln w="31750" cap="flat" cmpd="sng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prstDash val="solid"/>
            <a:headEnd type="none"/>
            <a:tailEnd type="oval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肘形连接符 32"/>
          <p:cNvCxnSpPr/>
          <p:nvPr/>
        </p:nvCxnSpPr>
        <p:spPr>
          <a:xfrm rot="16200000">
            <a:off x="8025130" y="3396615"/>
            <a:ext cx="908050" cy="591820"/>
          </a:xfrm>
          <a:prstGeom prst="bentConnector3">
            <a:avLst>
              <a:gd name="adj1" fmla="val 49930"/>
            </a:avLst>
          </a:prstGeom>
          <a:ln w="31750" cap="flat" cmpd="sng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prstDash val="solid"/>
            <a:headEnd type="none"/>
            <a:tailEnd type="oval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 Shape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25400" cap="flat" cmpd="sng">
            <a:noFill/>
            <a:round/>
          </a:ln>
        </p:spPr>
        <p:txBody>
          <a:bodyPr vert="horz" wrap="square" lIns="63500" tIns="63500" rIns="63500" bIns="63500" rtlCol="0" anchor="ctr">
            <a:noAutofit/>
          </a:bodyPr>
          <a:lstStyle>
            <a:lvl1pPr>
              <a:buNone/>
            </a:lvl1pPr>
          </a:lstStyle>
          <a:p>
            <a:pPr algn="ctr"/>
            <a:endParaRPr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" name="Auto Shape 2"/>
          <p:cNvSpPr>
            <a:spLocks noGrp="1"/>
          </p:cNvSpPr>
          <p:nvPr/>
        </p:nvSpPr>
        <p:spPr>
          <a:xfrm>
            <a:off x="648434" y="512541"/>
            <a:ext cx="67057" cy="245393"/>
          </a:xfrm>
          <a:prstGeom prst="roundRect">
            <a:avLst>
              <a:gd name="adj" fmla="val 0"/>
            </a:avLst>
          </a:prstGeom>
          <a:solidFill>
            <a:srgbClr val="4472C4"/>
          </a:solidFill>
          <a:ln w="25400" cap="flat" cmpd="sng">
            <a:noFill/>
            <a:round/>
          </a:ln>
        </p:spPr>
        <p:txBody>
          <a:bodyPr vert="horz" wrap="square" lIns="91440" tIns="45720" rIns="91440" bIns="45720" rtlCol="0" anchor="ctr" anchorCtr="0">
            <a:noAutofit/>
          </a:bodyPr>
          <a:lstStyle>
            <a:lvl1pPr algn="ctr" defTabSz="247015">
              <a:lnSpc>
                <a:spcPct val="100000"/>
              </a:lnSpc>
              <a:buNone/>
              <a:defRPr sz="1600">
                <a:solidFill>
                  <a:srgbClr val="1F2329"/>
                </a:solidFill>
                <a:latin typeface="Noto Sans SC"/>
              </a:defRPr>
            </a:lvl1pPr>
          </a:lstStyle>
          <a:p>
            <a:pPr algn="ctr"/>
            <a:endParaRPr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" name="Auto Shape 3"/>
          <p:cNvSpPr>
            <a:spLocks noGrp="1"/>
          </p:cNvSpPr>
          <p:nvPr/>
        </p:nvSpPr>
        <p:spPr>
          <a:xfrm>
            <a:off x="648434" y="736371"/>
            <a:ext cx="67057" cy="126090"/>
          </a:xfrm>
          <a:prstGeom prst="roundRect">
            <a:avLst>
              <a:gd name="adj" fmla="val 0"/>
            </a:avLst>
          </a:prstGeom>
          <a:solidFill>
            <a:srgbClr val="ED7D31"/>
          </a:solidFill>
          <a:ln w="25400" cap="flat" cmpd="sng">
            <a:noFill/>
            <a:round/>
          </a:ln>
        </p:spPr>
        <p:txBody>
          <a:bodyPr vert="horz" wrap="square" lIns="91440" tIns="45720" rIns="91440" bIns="45720" rtlCol="0" anchor="ctr" anchorCtr="0">
            <a:noAutofit/>
          </a:bodyPr>
          <a:lstStyle>
            <a:lvl1pPr algn="ctr" defTabSz="247015">
              <a:lnSpc>
                <a:spcPct val="100000"/>
              </a:lnSpc>
              <a:buNone/>
              <a:defRPr sz="1600">
                <a:solidFill>
                  <a:srgbClr val="1F2329"/>
                </a:solidFill>
                <a:latin typeface="Noto Sans SC"/>
              </a:defRPr>
            </a:lvl1pPr>
          </a:lstStyle>
          <a:p>
            <a:pPr algn="ctr"/>
            <a:endParaRPr>
              <a:latin typeface="PingFang SC" panose="020B0400000000000000" charset="-122"/>
              <a:ea typeface="PingFang SC" panose="020B0400000000000000" charset="-122"/>
            </a:endParaRPr>
          </a:p>
        </p:txBody>
      </p:sp>
      <p:pic>
        <p:nvPicPr>
          <p:cNvPr id="5" name="Picture 4"/>
          <p:cNvPicPr/>
          <p:nvPr/>
        </p:nvPicPr>
        <p:blipFill>
          <a:blip r:embed="rId1"/>
          <a:srcRect/>
          <a:stretch>
            <a:fillRect/>
          </a:stretch>
        </p:blipFill>
        <p:spPr>
          <a:xfrm>
            <a:off x="9995610" y="475655"/>
            <a:ext cx="1544013" cy="378120"/>
          </a:xfrm>
          <a:prstGeom prst="rect">
            <a:avLst/>
          </a:prstGeom>
          <a:noFill/>
          <a:ln w="25400" cap="flat" cmpd="sng">
            <a:noFill/>
            <a:round/>
          </a:ln>
        </p:spPr>
      </p:pic>
      <p:sp>
        <p:nvSpPr>
          <p:cNvPr id="6" name="Text Box 5"/>
          <p:cNvSpPr txBox="1">
            <a:spLocks noGrp="1"/>
          </p:cNvSpPr>
          <p:nvPr/>
        </p:nvSpPr>
        <p:spPr>
          <a:xfrm>
            <a:off x="990600" y="381000"/>
            <a:ext cx="10414000" cy="5588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 defTabSz="914400"/>
          </a:lstStyle>
          <a:p>
            <a:pPr algn="l" defTabSz="914400">
              <a:lnSpc>
                <a:spcPct val="100000"/>
              </a:lnSpc>
            </a:pPr>
            <a:r>
              <a:rPr sz="2600" b="1" i="0" u="none" strike="noStrike" spc="0">
                <a:solidFill>
                  <a:srgbClr val="0F2D55"/>
                </a:solidFill>
                <a:latin typeface="PingFang SC Semibold" panose="020B0400000000000000" charset="-122"/>
                <a:ea typeface="PingFang SC Semibold" panose="020B0400000000000000" charset="-122"/>
                <a:cs typeface="Noto Sans SC"/>
                <a:sym typeface="Noto Sans SC"/>
              </a:rPr>
              <a:t>核心场景①：从线索到落地，全流程数字化留痕</a:t>
            </a:r>
            <a:endParaRPr sz="2600" b="1" i="0" u="none" strike="noStrike" spc="0">
              <a:solidFill>
                <a:srgbClr val="0F2D55"/>
              </a:solidFill>
              <a:latin typeface="PingFang SC Semibold" panose="020B0400000000000000" charset="-122"/>
              <a:ea typeface="PingFang SC Semibold" panose="020B0400000000000000" charset="-122"/>
              <a:cs typeface="Noto Sans SC"/>
              <a:sym typeface="Noto Sans SC"/>
            </a:endParaRPr>
          </a:p>
        </p:txBody>
      </p:sp>
      <p:cxnSp>
        <p:nvCxnSpPr>
          <p:cNvPr id="7" name="Connector"/>
          <p:cNvCxnSpPr/>
          <p:nvPr/>
        </p:nvCxnSpPr>
        <p:spPr>
          <a:xfrm rot="-4093">
            <a:off x="762004" y="1035051"/>
            <a:ext cx="10668000" cy="12700"/>
          </a:xfrm>
          <a:prstGeom prst="straightConnector1">
            <a:avLst/>
          </a:prstGeom>
          <a:solidFill>
            <a:srgbClr val="DEE0E3"/>
          </a:solidFill>
          <a:ln w="12700" cap="flat" cmpd="sng">
            <a:solidFill>
              <a:srgbClr val="E2E8F0"/>
            </a:solidFill>
            <a:round/>
          </a:ln>
        </p:spPr>
      </p:cxnSp>
      <p:sp>
        <p:nvSpPr>
          <p:cNvPr id="8" name="Auto Shape 7"/>
          <p:cNvSpPr>
            <a:spLocks noGrp="1"/>
          </p:cNvSpPr>
          <p:nvPr/>
        </p:nvSpPr>
        <p:spPr>
          <a:xfrm>
            <a:off x="762000" y="1219200"/>
            <a:ext cx="1524000" cy="304800"/>
          </a:xfrm>
          <a:prstGeom prst="roundRect">
            <a:avLst>
              <a:gd name="adj" fmla="val 0"/>
            </a:avLst>
          </a:prstGeom>
          <a:solidFill>
            <a:srgbClr val="DBEAFE"/>
          </a:solidFill>
          <a:ln w="25400" cap="flat" cmpd="sng">
            <a:noFill/>
            <a:round/>
          </a:ln>
        </p:spPr>
        <p:txBody>
          <a:bodyPr vert="horz" wrap="square" lIns="63500" tIns="63500" rIns="63500" bIns="63500" rtlCol="0" anchor="ctr" anchorCtr="0">
            <a:noAutofit/>
          </a:bodyPr>
          <a:lstStyle>
            <a:lvl1pPr algn="ctr" defTabSz="914400">
              <a:lnSpc>
                <a:spcPct val="100000"/>
              </a:lnSpc>
              <a:buNone/>
              <a:defRPr sz="1600">
                <a:solidFill>
                  <a:srgbClr val="1F2329"/>
                </a:solidFill>
                <a:latin typeface="Noto Sans SC"/>
              </a:defRPr>
            </a:lvl1pPr>
          </a:lstStyle>
          <a:p>
            <a:pPr algn="ctr"/>
            <a:endParaRPr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9" name="Text Box 8"/>
          <p:cNvSpPr txBox="1">
            <a:spLocks noGrp="1"/>
          </p:cNvSpPr>
          <p:nvPr/>
        </p:nvSpPr>
        <p:spPr>
          <a:xfrm>
            <a:off x="762000" y="1244600"/>
            <a:ext cx="1524000" cy="2540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ctr" defTabSz="914400"/>
          </a:lstStyle>
          <a:p>
            <a:pPr algn="ctr" defTabSz="914400">
              <a:lnSpc>
                <a:spcPct val="100000"/>
              </a:lnSpc>
            </a:pPr>
            <a:r>
              <a:rPr sz="1100" i="0" u="none" strike="noStrike" spc="100">
                <a:solidFill>
                  <a:srgbClr val="2563EB"/>
                </a:solidFill>
                <a:latin typeface="PingFang SC" panose="020B0400000000000000" charset="-122"/>
                <a:ea typeface="PingFang SC" panose="020B0400000000000000" charset="-122"/>
                <a:cs typeface="Noto Sans SC"/>
                <a:sym typeface="Noto Sans SC"/>
              </a:rPr>
              <a:t>四阶段正向流转</a:t>
            </a:r>
            <a:endParaRPr sz="1100" i="0" u="none" strike="noStrike" spc="100">
              <a:solidFill>
                <a:srgbClr val="2563EB"/>
              </a:solidFill>
              <a:latin typeface="PingFang SC" panose="020B0400000000000000" charset="-122"/>
              <a:ea typeface="PingFang SC" panose="020B0400000000000000" charset="-122"/>
              <a:cs typeface="Noto Sans SC"/>
              <a:sym typeface="Noto Sans SC"/>
            </a:endParaRPr>
          </a:p>
        </p:txBody>
      </p:sp>
      <p:sp>
        <p:nvSpPr>
          <p:cNvPr id="10" name="Auto Shape 9"/>
          <p:cNvSpPr>
            <a:spLocks noGrp="1"/>
          </p:cNvSpPr>
          <p:nvPr/>
        </p:nvSpPr>
        <p:spPr>
          <a:xfrm>
            <a:off x="1016000" y="1701800"/>
            <a:ext cx="1905000" cy="660400"/>
          </a:xfrm>
          <a:prstGeom prst="roundRect">
            <a:avLst>
              <a:gd name="adj" fmla="val 15385"/>
            </a:avLst>
          </a:prstGeom>
          <a:solidFill>
            <a:srgbClr val="DBEAFE"/>
          </a:solidFill>
          <a:ln w="25400" cap="flat" cmpd="sng">
            <a:noFill/>
            <a:round/>
          </a:ln>
          <a:effectLst>
            <a:outerShdw blurRad="101600" dist="38100" dir="5400000" algn="tl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 anchorCtr="0">
            <a:noAutofit/>
          </a:bodyPr>
          <a:lstStyle>
            <a:lvl1pPr algn="ctr" defTabSz="914400">
              <a:lnSpc>
                <a:spcPct val="100000"/>
              </a:lnSpc>
              <a:buNone/>
              <a:defRPr sz="1600">
                <a:solidFill>
                  <a:srgbClr val="1F2329"/>
                </a:solidFill>
                <a:latin typeface="Noto Sans SC"/>
              </a:defRPr>
            </a:lvl1pPr>
          </a:lstStyle>
          <a:p>
            <a:pPr algn="ctr"/>
            <a:endParaRPr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1" name="Text Box 10"/>
          <p:cNvSpPr txBox="1">
            <a:spLocks noGrp="1"/>
          </p:cNvSpPr>
          <p:nvPr/>
        </p:nvSpPr>
        <p:spPr>
          <a:xfrm>
            <a:off x="1016000" y="1701800"/>
            <a:ext cx="1905000" cy="6604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ctr" defTabSz="914400"/>
          </a:lstStyle>
          <a:p>
            <a:pPr algn="ctr" defTabSz="914400">
              <a:lnSpc>
                <a:spcPct val="100000"/>
              </a:lnSpc>
            </a:pPr>
            <a:r>
              <a:rPr sz="1400" i="0" u="none" strike="noStrike" spc="0">
                <a:solidFill>
                  <a:schemeClr val="accent1"/>
                </a:solidFill>
                <a:latin typeface="PingFang SC" panose="020B0400000000000000" charset="-122"/>
                <a:ea typeface="PingFang SC" panose="020B0400000000000000" charset="-122"/>
                <a:cs typeface="Noto Sans SC"/>
                <a:sym typeface="Noto Sans SC"/>
              </a:rPr>
              <a:t>谋划</a:t>
            </a:r>
            <a:endParaRPr sz="1400" i="0" u="none" strike="noStrike" spc="0">
              <a:solidFill>
                <a:schemeClr val="accent1"/>
              </a:solidFill>
              <a:latin typeface="PingFang SC" panose="020B0400000000000000" charset="-122"/>
              <a:ea typeface="PingFang SC" panose="020B0400000000000000" charset="-122"/>
              <a:cs typeface="Noto Sans SC"/>
              <a:sym typeface="Noto Sans SC"/>
            </a:endParaRPr>
          </a:p>
        </p:txBody>
      </p:sp>
      <p:cxnSp>
        <p:nvCxnSpPr>
          <p:cNvPr id="12" name="Connector"/>
          <p:cNvCxnSpPr/>
          <p:nvPr/>
        </p:nvCxnSpPr>
        <p:spPr>
          <a:xfrm rot="-62498">
            <a:off x="2921058" y="2025662"/>
            <a:ext cx="698500" cy="12700"/>
          </a:xfrm>
          <a:prstGeom prst="straightConnector1">
            <a:avLst/>
          </a:prstGeom>
          <a:solidFill>
            <a:srgbClr val="DEE0E3"/>
          </a:solidFill>
          <a:ln w="25400" cap="flat" cmpd="sng">
            <a:solidFill>
              <a:srgbClr val="2563EB"/>
            </a:solidFill>
            <a:round/>
            <a:tailEnd type="arrow" w="med" len="med"/>
          </a:ln>
        </p:spPr>
      </p:cxnSp>
      <p:sp>
        <p:nvSpPr>
          <p:cNvPr id="13" name="Auto Shape 12"/>
          <p:cNvSpPr>
            <a:spLocks noGrp="1"/>
          </p:cNvSpPr>
          <p:nvPr/>
        </p:nvSpPr>
        <p:spPr>
          <a:xfrm>
            <a:off x="3619500" y="1701800"/>
            <a:ext cx="1905000" cy="660400"/>
          </a:xfrm>
          <a:prstGeom prst="roundRect">
            <a:avLst>
              <a:gd name="adj" fmla="val 15385"/>
            </a:avLst>
          </a:prstGeom>
          <a:solidFill>
            <a:srgbClr val="DBEAFE"/>
          </a:solidFill>
          <a:ln w="25400" cap="flat" cmpd="sng">
            <a:noFill/>
            <a:round/>
          </a:ln>
          <a:effectLst>
            <a:outerShdw blurRad="101600" dist="38100" dir="5400000" algn="tl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 anchorCtr="0">
            <a:noAutofit/>
          </a:bodyPr>
          <a:lstStyle>
            <a:lvl1pPr algn="ctr" defTabSz="914400">
              <a:lnSpc>
                <a:spcPct val="100000"/>
              </a:lnSpc>
              <a:buNone/>
              <a:defRPr sz="1600">
                <a:solidFill>
                  <a:srgbClr val="1F2329"/>
                </a:solidFill>
                <a:latin typeface="Noto Sans SC"/>
              </a:defRPr>
            </a:lvl1pPr>
          </a:lstStyle>
          <a:p>
            <a:pPr algn="ctr"/>
            <a:endParaRPr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4" name="Text Box 13"/>
          <p:cNvSpPr txBox="1">
            <a:spLocks noGrp="1"/>
          </p:cNvSpPr>
          <p:nvPr/>
        </p:nvSpPr>
        <p:spPr>
          <a:xfrm>
            <a:off x="3619500" y="1701800"/>
            <a:ext cx="1905000" cy="6604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ctr" defTabSz="914400"/>
          </a:lstStyle>
          <a:p>
            <a:pPr algn="ctr" defTabSz="914400">
              <a:lnSpc>
                <a:spcPct val="100000"/>
              </a:lnSpc>
            </a:pPr>
            <a:r>
              <a:rPr sz="1400" i="0" u="none" strike="noStrike" spc="0">
                <a:solidFill>
                  <a:srgbClr val="0F2D55"/>
                </a:solidFill>
                <a:latin typeface="PingFang SC" panose="020B0400000000000000" charset="-122"/>
                <a:ea typeface="PingFang SC" panose="020B0400000000000000" charset="-122"/>
                <a:cs typeface="Noto Sans SC"/>
                <a:sym typeface="Noto Sans SC"/>
              </a:rPr>
              <a:t>在谈</a:t>
            </a:r>
            <a:endParaRPr sz="1400" i="0" u="none" strike="noStrike" spc="0">
              <a:solidFill>
                <a:srgbClr val="0F2D55"/>
              </a:solidFill>
              <a:latin typeface="PingFang SC" panose="020B0400000000000000" charset="-122"/>
              <a:ea typeface="PingFang SC" panose="020B0400000000000000" charset="-122"/>
              <a:cs typeface="Noto Sans SC"/>
              <a:sym typeface="Noto Sans SC"/>
            </a:endParaRPr>
          </a:p>
        </p:txBody>
      </p:sp>
      <p:cxnSp>
        <p:nvCxnSpPr>
          <p:cNvPr id="15" name="Connector"/>
          <p:cNvCxnSpPr/>
          <p:nvPr/>
        </p:nvCxnSpPr>
        <p:spPr>
          <a:xfrm rot="-62498">
            <a:off x="5524558" y="2025662"/>
            <a:ext cx="698500" cy="12700"/>
          </a:xfrm>
          <a:prstGeom prst="straightConnector1">
            <a:avLst/>
          </a:prstGeom>
          <a:solidFill>
            <a:srgbClr val="DEE0E3"/>
          </a:solidFill>
          <a:ln w="25400" cap="flat" cmpd="sng">
            <a:solidFill>
              <a:srgbClr val="2563EB"/>
            </a:solidFill>
            <a:round/>
            <a:tailEnd type="arrow" w="med" len="med"/>
          </a:ln>
        </p:spPr>
      </p:cxnSp>
      <p:sp>
        <p:nvSpPr>
          <p:cNvPr id="16" name="Auto Shape 15"/>
          <p:cNvSpPr>
            <a:spLocks noGrp="1"/>
          </p:cNvSpPr>
          <p:nvPr/>
        </p:nvSpPr>
        <p:spPr>
          <a:xfrm>
            <a:off x="6223000" y="1701800"/>
            <a:ext cx="1905000" cy="660400"/>
          </a:xfrm>
          <a:prstGeom prst="roundRect">
            <a:avLst>
              <a:gd name="adj" fmla="val 15385"/>
            </a:avLst>
          </a:prstGeom>
          <a:solidFill>
            <a:srgbClr val="DBEAFE"/>
          </a:solidFill>
          <a:ln w="25400" cap="flat" cmpd="sng">
            <a:noFill/>
            <a:round/>
          </a:ln>
          <a:effectLst>
            <a:outerShdw blurRad="101600" dist="38100" dir="5400000" algn="tl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 anchorCtr="0">
            <a:noAutofit/>
          </a:bodyPr>
          <a:lstStyle>
            <a:lvl1pPr algn="ctr" defTabSz="914400">
              <a:lnSpc>
                <a:spcPct val="100000"/>
              </a:lnSpc>
              <a:buNone/>
              <a:defRPr sz="1600">
                <a:solidFill>
                  <a:srgbClr val="1F2329"/>
                </a:solidFill>
                <a:latin typeface="Noto Sans SC"/>
              </a:defRPr>
            </a:lvl1pPr>
          </a:lstStyle>
          <a:p>
            <a:pPr algn="ctr"/>
            <a:endParaRPr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7" name="Text Box 16"/>
          <p:cNvSpPr txBox="1">
            <a:spLocks noGrp="1"/>
          </p:cNvSpPr>
          <p:nvPr/>
        </p:nvSpPr>
        <p:spPr>
          <a:xfrm>
            <a:off x="6223000" y="1701800"/>
            <a:ext cx="1905000" cy="6604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ctr" defTabSz="914400"/>
          </a:lstStyle>
          <a:p>
            <a:pPr algn="ctr" defTabSz="914400">
              <a:lnSpc>
                <a:spcPct val="100000"/>
              </a:lnSpc>
            </a:pPr>
            <a:r>
              <a:rPr sz="1400" i="0" u="none" strike="noStrike" spc="0">
                <a:solidFill>
                  <a:srgbClr val="0F2D55"/>
                </a:solidFill>
                <a:latin typeface="PingFang SC" panose="020B0400000000000000" charset="-122"/>
                <a:ea typeface="PingFang SC" panose="020B0400000000000000" charset="-122"/>
                <a:cs typeface="Noto Sans SC"/>
                <a:sym typeface="Noto Sans SC"/>
              </a:rPr>
              <a:t>签约</a:t>
            </a:r>
            <a:endParaRPr sz="1400" i="0" u="none" strike="noStrike" spc="0">
              <a:solidFill>
                <a:srgbClr val="0F2D55"/>
              </a:solidFill>
              <a:latin typeface="PingFang SC" panose="020B0400000000000000" charset="-122"/>
              <a:ea typeface="PingFang SC" panose="020B0400000000000000" charset="-122"/>
              <a:cs typeface="Noto Sans SC"/>
              <a:sym typeface="Noto Sans SC"/>
            </a:endParaRPr>
          </a:p>
        </p:txBody>
      </p:sp>
      <p:cxnSp>
        <p:nvCxnSpPr>
          <p:cNvPr id="18" name="Connector"/>
          <p:cNvCxnSpPr/>
          <p:nvPr/>
        </p:nvCxnSpPr>
        <p:spPr>
          <a:xfrm rot="-62498">
            <a:off x="8128058" y="2025662"/>
            <a:ext cx="698500" cy="12700"/>
          </a:xfrm>
          <a:prstGeom prst="straightConnector1">
            <a:avLst/>
          </a:prstGeom>
          <a:solidFill>
            <a:srgbClr val="DEE0E3"/>
          </a:solidFill>
          <a:ln w="25400" cap="flat" cmpd="sng">
            <a:solidFill>
              <a:srgbClr val="2563EB"/>
            </a:solidFill>
            <a:round/>
            <a:tailEnd type="arrow" w="med" len="med"/>
          </a:ln>
        </p:spPr>
      </p:cxnSp>
      <p:sp>
        <p:nvSpPr>
          <p:cNvPr id="19" name="Auto Shape 18"/>
          <p:cNvSpPr>
            <a:spLocks noGrp="1"/>
          </p:cNvSpPr>
          <p:nvPr/>
        </p:nvSpPr>
        <p:spPr>
          <a:xfrm>
            <a:off x="8826500" y="1701800"/>
            <a:ext cx="1905000" cy="660400"/>
          </a:xfrm>
          <a:prstGeom prst="roundRect">
            <a:avLst>
              <a:gd name="adj" fmla="val 15385"/>
            </a:avLst>
          </a:prstGeom>
          <a:solidFill>
            <a:srgbClr val="0F2D55"/>
          </a:solidFill>
          <a:ln w="25400" cap="flat" cmpd="sng">
            <a:noFill/>
            <a:round/>
          </a:ln>
          <a:effectLst>
            <a:outerShdw blurRad="101600" dist="38100" dir="5400000" algn="tl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 anchorCtr="0">
            <a:noAutofit/>
          </a:bodyPr>
          <a:lstStyle>
            <a:lvl1pPr algn="ctr" defTabSz="914400">
              <a:lnSpc>
                <a:spcPct val="100000"/>
              </a:lnSpc>
              <a:buNone/>
              <a:defRPr sz="1600">
                <a:solidFill>
                  <a:srgbClr val="1F2329"/>
                </a:solidFill>
                <a:latin typeface="Noto Sans SC"/>
              </a:defRPr>
            </a:lvl1pPr>
          </a:lstStyle>
          <a:p>
            <a:pPr algn="ctr"/>
            <a:endParaRPr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0" name="Text Box 19"/>
          <p:cNvSpPr txBox="1">
            <a:spLocks noGrp="1"/>
          </p:cNvSpPr>
          <p:nvPr/>
        </p:nvSpPr>
        <p:spPr>
          <a:xfrm>
            <a:off x="8826500" y="1701800"/>
            <a:ext cx="1905000" cy="6604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ctr" defTabSz="914400"/>
          </a:lstStyle>
          <a:p>
            <a:pPr algn="ctr" defTabSz="914400">
              <a:lnSpc>
                <a:spcPct val="100000"/>
              </a:lnSpc>
            </a:pPr>
            <a:r>
              <a:rPr sz="1400" i="0" u="none" strike="noStrike" spc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Noto Sans SC"/>
                <a:sym typeface="Noto Sans SC"/>
              </a:rPr>
              <a:t>落地</a:t>
            </a:r>
            <a:endParaRPr sz="1400" i="0" u="none" strike="noStrike" spc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Noto Sans SC"/>
              <a:sym typeface="Noto Sans SC"/>
            </a:endParaRPr>
          </a:p>
        </p:txBody>
      </p:sp>
      <p:sp>
        <p:nvSpPr>
          <p:cNvPr id="21" name="Text Box 20"/>
          <p:cNvSpPr txBox="1">
            <a:spLocks noGrp="1"/>
          </p:cNvSpPr>
          <p:nvPr/>
        </p:nvSpPr>
        <p:spPr>
          <a:xfrm>
            <a:off x="1079500" y="2590800"/>
            <a:ext cx="9652000" cy="2540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 defTabSz="914400"/>
          </a:lstStyle>
          <a:p>
            <a:pPr algn="l" defTabSz="914400">
              <a:lnSpc>
                <a:spcPct val="100000"/>
              </a:lnSpc>
            </a:pPr>
            <a:r>
              <a:rPr sz="1100" i="0" u="none" strike="noStrike" spc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Noto Sans SC"/>
              </a:rPr>
              <a:t>前一阶段数据自动带入下一阶段，无逆向回退；退库走旁路管理</a:t>
            </a:r>
            <a:r>
              <a:rPr lang="zh-CN" sz="1100" i="0" u="none" strike="noStrike" spc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Noto Sans SC"/>
              </a:rPr>
              <a:t>；</a:t>
            </a:r>
            <a:r>
              <a:rPr sz="1100" i="0" u="none" strike="noStrike" spc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Noto Sans SC"/>
              </a:rPr>
              <a:t>签约退库走申请-审核流</a:t>
            </a:r>
            <a:endParaRPr sz="1100" i="0" u="none" strike="noStrike" spc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  <a:sym typeface="Noto Sans SC"/>
            </a:endParaRPr>
          </a:p>
        </p:txBody>
      </p:sp>
      <p:cxnSp>
        <p:nvCxnSpPr>
          <p:cNvPr id="22" name="Connector"/>
          <p:cNvCxnSpPr/>
          <p:nvPr/>
        </p:nvCxnSpPr>
        <p:spPr>
          <a:xfrm rot="-4093">
            <a:off x="762004" y="2965451"/>
            <a:ext cx="10668000" cy="12700"/>
          </a:xfrm>
          <a:prstGeom prst="straightConnector1">
            <a:avLst/>
          </a:prstGeom>
          <a:solidFill>
            <a:srgbClr val="DEE0E3"/>
          </a:solidFill>
          <a:ln w="12700" cap="flat" cmpd="sng">
            <a:solidFill>
              <a:srgbClr val="E2E8F0"/>
            </a:solidFill>
            <a:round/>
          </a:ln>
        </p:spPr>
      </p:cxnSp>
      <p:grpSp>
        <p:nvGrpSpPr>
          <p:cNvPr id="35" name="组合 34"/>
          <p:cNvGrpSpPr/>
          <p:nvPr/>
        </p:nvGrpSpPr>
        <p:grpSpPr>
          <a:xfrm>
            <a:off x="762000" y="3149600"/>
            <a:ext cx="2299335" cy="304800"/>
            <a:chOff x="1200" y="4960"/>
            <a:chExt cx="2800" cy="480"/>
          </a:xfrm>
        </p:grpSpPr>
        <p:sp>
          <p:nvSpPr>
            <p:cNvPr id="23" name="Auto Shape 22"/>
            <p:cNvSpPr>
              <a:spLocks noGrp="1"/>
            </p:cNvSpPr>
            <p:nvPr/>
          </p:nvSpPr>
          <p:spPr>
            <a:xfrm>
              <a:off x="1200" y="4960"/>
              <a:ext cx="2800" cy="480"/>
            </a:xfrm>
            <a:prstGeom prst="roundRect">
              <a:avLst>
                <a:gd name="adj" fmla="val 0"/>
              </a:avLst>
            </a:prstGeom>
            <a:solidFill>
              <a:srgbClr val="DBEAFE"/>
            </a:solidFill>
            <a:ln w="25400" cap="flat" cmpd="sng">
              <a:noFill/>
              <a:round/>
            </a:ln>
          </p:spPr>
          <p:txBody>
            <a:bodyPr vert="horz" wrap="square" lIns="63500" tIns="63500" rIns="63500" bIns="63500" rtlCol="0" anchor="ctr" anchorCtr="0">
              <a:noAutofit/>
            </a:bodyPr>
            <a:lstStyle>
              <a:lvl1pPr algn="ctr" defTabSz="914400">
                <a:lnSpc>
                  <a:spcPct val="100000"/>
                </a:lnSpc>
                <a:buNone/>
                <a:defRPr sz="1600">
                  <a:solidFill>
                    <a:srgbClr val="1F2329"/>
                  </a:solidFill>
                  <a:latin typeface="Noto Sans SC"/>
                </a:defRPr>
              </a:lvl1pPr>
            </a:lstStyle>
            <a:p>
              <a:pPr algn="ctr"/>
              <a:endParaRPr>
                <a:latin typeface="PingFang SC" panose="020B0400000000000000" charset="-122"/>
                <a:ea typeface="PingFang SC" panose="020B0400000000000000" charset="-122"/>
              </a:endParaRPr>
            </a:p>
          </p:txBody>
        </p:sp>
        <p:sp>
          <p:nvSpPr>
            <p:cNvPr id="24" name="Text Box 23"/>
            <p:cNvSpPr txBox="1">
              <a:spLocks noGrp="1"/>
            </p:cNvSpPr>
            <p:nvPr/>
          </p:nvSpPr>
          <p:spPr>
            <a:xfrm>
              <a:off x="1200" y="5000"/>
              <a:ext cx="2800" cy="400"/>
            </a:xfrm>
            <a:prstGeom prst="rect">
              <a:avLst/>
            </a:prstGeom>
            <a:noFill/>
            <a:ln w="12700" cap="flat" cmpd="sng">
              <a:noFill/>
              <a:round/>
            </a:ln>
          </p:spPr>
          <p:txBody>
            <a:bodyPr vert="horz" wrap="square" lIns="0" tIns="0" rIns="0" bIns="0" rtlCol="0" anchor="ctr">
              <a:noAutofit/>
            </a:bodyPr>
            <a:lstStyle>
              <a:lvl1pPr algn="ctr" defTabSz="914400"/>
            </a:lstStyle>
            <a:p>
              <a:pPr algn="ctr" defTabSz="914400">
                <a:lnSpc>
                  <a:spcPct val="100000"/>
                </a:lnSpc>
              </a:pPr>
              <a:r>
                <a:rPr lang="zh-CN" sz="1100" i="0" u="none" strike="noStrike" spc="100">
                  <a:solidFill>
                    <a:srgbClr val="2563EB"/>
                  </a:solidFill>
                  <a:latin typeface="PingFang SC" panose="020B0400000000000000" charset="-122"/>
                  <a:ea typeface="PingFang SC" panose="020B0400000000000000" charset="-122"/>
                  <a:cs typeface="Noto Sans SC"/>
                  <a:sym typeface="Noto Sans SC"/>
                </a:rPr>
                <a:t>区级平台</a:t>
              </a:r>
              <a:r>
                <a:rPr sz="1100" i="0" u="none" strike="noStrike" spc="100">
                  <a:solidFill>
                    <a:srgbClr val="2563EB"/>
                  </a:solidFill>
                  <a:latin typeface="PingFang SC" panose="020B0400000000000000" charset="-122"/>
                  <a:ea typeface="PingFang SC" panose="020B0400000000000000" charset="-122"/>
                  <a:cs typeface="Noto Sans SC"/>
                  <a:sym typeface="Noto Sans SC"/>
                </a:rPr>
                <a:t>在谈阶段</a:t>
              </a:r>
              <a:r>
                <a:rPr lang="zh-CN" sz="1100" b="1" i="1" u="none" strike="noStrike" spc="100">
                  <a:solidFill>
                    <a:srgbClr val="2563EB"/>
                  </a:solidFill>
                  <a:highlight>
                    <a:srgbClr val="FFFF00"/>
                  </a:highlight>
                  <a:latin typeface="PingFang SC Semibold" panose="020B0400000000000000" charset="-122"/>
                  <a:ea typeface="PingFang SC Semibold" panose="020B0400000000000000" charset="-122"/>
                  <a:cs typeface="Noto Sans SC"/>
                  <a:sym typeface="Noto Sans SC"/>
                </a:rPr>
                <a:t>独有</a:t>
              </a:r>
              <a:r>
                <a:rPr sz="1100" b="1" i="1" u="none" strike="noStrike" spc="100">
                  <a:solidFill>
                    <a:srgbClr val="2563EB"/>
                  </a:solidFill>
                  <a:highlight>
                    <a:srgbClr val="FFFF00"/>
                  </a:highlight>
                  <a:latin typeface="PingFang SC Semibold" panose="020B0400000000000000" charset="-122"/>
                  <a:ea typeface="PingFang SC Semibold" panose="020B0400000000000000" charset="-122"/>
                  <a:cs typeface="Noto Sans SC"/>
                  <a:sym typeface="Noto Sans SC"/>
                </a:rPr>
                <a:t>能力</a:t>
              </a:r>
              <a:endParaRPr sz="1100" b="1" i="1" u="none" strike="noStrike" spc="100">
                <a:solidFill>
                  <a:srgbClr val="2563EB"/>
                </a:solidFill>
                <a:highlight>
                  <a:srgbClr val="FFFF00"/>
                </a:highlight>
                <a:latin typeface="PingFang SC Semibold" panose="020B0400000000000000" charset="-122"/>
                <a:ea typeface="PingFang SC Semibold" panose="020B0400000000000000" charset="-122"/>
                <a:cs typeface="Noto Sans SC"/>
                <a:sym typeface="Noto Sans SC"/>
              </a:endParaRPr>
            </a:p>
          </p:txBody>
        </p:sp>
      </p:grpSp>
      <p:sp>
        <p:nvSpPr>
          <p:cNvPr id="25" name="Auto Shape 24"/>
          <p:cNvSpPr>
            <a:spLocks noGrp="1"/>
          </p:cNvSpPr>
          <p:nvPr/>
        </p:nvSpPr>
        <p:spPr>
          <a:xfrm>
            <a:off x="762000" y="3606800"/>
            <a:ext cx="2476500" cy="139700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25400" cap="flat" cmpd="sng">
            <a:noFill/>
            <a:round/>
          </a:ln>
          <a:effectLst>
            <a:outerShdw blurRad="101600" dist="38100" dir="5400000" algn="tl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 anchorCtr="0">
            <a:noAutofit/>
          </a:bodyPr>
          <a:lstStyle>
            <a:lvl1pPr algn="ctr" defTabSz="914400">
              <a:lnSpc>
                <a:spcPct val="100000"/>
              </a:lnSpc>
              <a:buNone/>
              <a:defRPr sz="1600">
                <a:solidFill>
                  <a:srgbClr val="1F2329"/>
                </a:solidFill>
                <a:latin typeface="Noto Sans SC"/>
              </a:defRPr>
            </a:lvl1pPr>
          </a:lstStyle>
          <a:p>
            <a:pPr algn="ctr"/>
            <a:endParaRPr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6" name="Text Box 25"/>
          <p:cNvSpPr txBox="1">
            <a:spLocks noGrp="1"/>
          </p:cNvSpPr>
          <p:nvPr/>
        </p:nvSpPr>
        <p:spPr>
          <a:xfrm>
            <a:off x="939800" y="3759200"/>
            <a:ext cx="2120900" cy="10922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 defTabSz="914400"/>
          </a:lstStyle>
          <a:p>
            <a:pPr algn="l" defTabSz="914400">
              <a:lnSpc>
                <a:spcPct val="133000"/>
              </a:lnSpc>
            </a:pPr>
            <a:r>
              <a:rPr sz="1200" b="1" i="0" u="none" strike="noStrike" spc="0">
                <a:solidFill>
                  <a:srgbClr val="0F2D55"/>
                </a:solidFill>
                <a:latin typeface="PingFang SC Semibold" panose="020B0400000000000000" charset="-122"/>
                <a:ea typeface="PingFang SC Semibold" panose="020B0400000000000000" charset="-122"/>
                <a:cs typeface="Noto Sans SC"/>
                <a:sym typeface="Noto Sans SC"/>
              </a:rPr>
              <a:t>决策节点管理</a:t>
            </a:r>
            <a:endParaRPr sz="1200" b="1" i="0" u="none" strike="noStrike" spc="0">
              <a:solidFill>
                <a:srgbClr val="0F2D55"/>
              </a:solidFill>
              <a:latin typeface="PingFang SC Semibold" panose="020B0400000000000000" charset="-122"/>
              <a:ea typeface="PingFang SC Semibold" panose="020B0400000000000000" charset="-122"/>
              <a:cs typeface="Noto Sans SC"/>
              <a:sym typeface="Noto Sans SC"/>
            </a:endParaRPr>
          </a:p>
          <a:p>
            <a:pPr algn="l" defTabSz="914400">
              <a:lnSpc>
                <a:spcPct val="133000"/>
              </a:lnSpc>
            </a:pPr>
            <a:r>
              <a:rPr sz="1200" i="0" u="none" strike="noStrike" spc="0">
                <a:solidFill>
                  <a:srgbClr val="465667"/>
                </a:solidFill>
                <a:latin typeface="PingFang SC" panose="020B0400000000000000" charset="-122"/>
                <a:ea typeface="PingFang SC" panose="020B0400000000000000" charset="-122"/>
                <a:cs typeface="Noto Sans SC"/>
                <a:sym typeface="Noto Sans SC"/>
              </a:rPr>
              <a:t>投委会、常务会、国企投决会、供地会四类节点，手动标记通过日期</a:t>
            </a:r>
            <a:endParaRPr sz="1200" i="0" u="none" strike="noStrike" spc="0">
              <a:solidFill>
                <a:srgbClr val="465667"/>
              </a:solidFill>
              <a:latin typeface="PingFang SC" panose="020B0400000000000000" charset="-122"/>
              <a:ea typeface="PingFang SC" panose="020B0400000000000000" charset="-122"/>
              <a:cs typeface="Noto Sans SC"/>
              <a:sym typeface="Noto Sans SC"/>
            </a:endParaRPr>
          </a:p>
        </p:txBody>
      </p:sp>
      <p:sp>
        <p:nvSpPr>
          <p:cNvPr id="27" name="Auto Shape 26"/>
          <p:cNvSpPr>
            <a:spLocks noGrp="1"/>
          </p:cNvSpPr>
          <p:nvPr/>
        </p:nvSpPr>
        <p:spPr>
          <a:xfrm>
            <a:off x="3429000" y="3606800"/>
            <a:ext cx="2476500" cy="139700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25400" cap="flat" cmpd="sng">
            <a:noFill/>
            <a:round/>
          </a:ln>
          <a:effectLst>
            <a:outerShdw blurRad="101600" dist="38100" dir="5400000" algn="tl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 anchorCtr="0">
            <a:noAutofit/>
          </a:bodyPr>
          <a:lstStyle>
            <a:lvl1pPr algn="ctr" defTabSz="914400">
              <a:lnSpc>
                <a:spcPct val="100000"/>
              </a:lnSpc>
              <a:buNone/>
              <a:defRPr sz="1600">
                <a:solidFill>
                  <a:srgbClr val="1F2329"/>
                </a:solidFill>
                <a:latin typeface="Noto Sans SC"/>
              </a:defRPr>
            </a:lvl1pPr>
          </a:lstStyle>
          <a:p>
            <a:pPr algn="ctr"/>
            <a:endParaRPr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8" name="Text Box 27"/>
          <p:cNvSpPr txBox="1">
            <a:spLocks noGrp="1"/>
          </p:cNvSpPr>
          <p:nvPr/>
        </p:nvSpPr>
        <p:spPr>
          <a:xfrm>
            <a:off x="3606800" y="3759200"/>
            <a:ext cx="2120900" cy="10922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 defTabSz="914400"/>
          </a:lstStyle>
          <a:p>
            <a:pPr algn="l" defTabSz="914400">
              <a:lnSpc>
                <a:spcPct val="133000"/>
              </a:lnSpc>
            </a:pPr>
            <a:r>
              <a:rPr sz="1200" b="1" i="0" u="none" strike="noStrike" spc="0">
                <a:solidFill>
                  <a:srgbClr val="0F2D55"/>
                </a:solidFill>
                <a:latin typeface="PingFang SC Semibold" panose="020B0400000000000000" charset="-122"/>
                <a:ea typeface="PingFang SC Semibold" panose="020B0400000000000000" charset="-122"/>
                <a:cs typeface="Noto Sans SC"/>
                <a:sym typeface="Noto Sans SC"/>
              </a:rPr>
              <a:t>协作分派</a:t>
            </a:r>
            <a:endParaRPr sz="1200" b="1" i="0" u="none" strike="noStrike" spc="0">
              <a:solidFill>
                <a:srgbClr val="0F2D55"/>
              </a:solidFill>
              <a:latin typeface="PingFang SC Semibold" panose="020B0400000000000000" charset="-122"/>
              <a:ea typeface="PingFang SC Semibold" panose="020B0400000000000000" charset="-122"/>
              <a:cs typeface="Noto Sans SC"/>
              <a:sym typeface="Noto Sans SC"/>
            </a:endParaRPr>
          </a:p>
          <a:p>
            <a:pPr algn="l" defTabSz="914400">
              <a:lnSpc>
                <a:spcPct val="133000"/>
              </a:lnSpc>
            </a:pPr>
            <a:r>
              <a:rPr sz="1200" i="0" u="none" strike="noStrike" spc="0">
                <a:solidFill>
                  <a:srgbClr val="465667"/>
                </a:solidFill>
                <a:latin typeface="PingFang SC" panose="020B0400000000000000" charset="-122"/>
                <a:ea typeface="PingFang SC" panose="020B0400000000000000" charset="-122"/>
                <a:cs typeface="Noto Sans SC"/>
                <a:sym typeface="Noto Sans SC"/>
              </a:rPr>
              <a:t>多单位组协同分派，按单位拆分独立任务，自动判定反馈达标状态</a:t>
            </a:r>
            <a:endParaRPr sz="1200" i="0" u="none" strike="noStrike" spc="0">
              <a:solidFill>
                <a:srgbClr val="465667"/>
              </a:solidFill>
              <a:latin typeface="PingFang SC" panose="020B0400000000000000" charset="-122"/>
              <a:ea typeface="PingFang SC" panose="020B0400000000000000" charset="-122"/>
              <a:cs typeface="Noto Sans SC"/>
              <a:sym typeface="Noto Sans SC"/>
            </a:endParaRPr>
          </a:p>
        </p:txBody>
      </p:sp>
      <p:sp>
        <p:nvSpPr>
          <p:cNvPr id="29" name="Auto Shape 28"/>
          <p:cNvSpPr>
            <a:spLocks noGrp="1"/>
          </p:cNvSpPr>
          <p:nvPr/>
        </p:nvSpPr>
        <p:spPr>
          <a:xfrm>
            <a:off x="6096000" y="3606800"/>
            <a:ext cx="2476500" cy="139700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25400" cap="flat" cmpd="sng">
            <a:noFill/>
            <a:round/>
          </a:ln>
          <a:effectLst>
            <a:outerShdw blurRad="101600" dist="38100" dir="5400000" algn="tl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 anchorCtr="0">
            <a:noAutofit/>
          </a:bodyPr>
          <a:lstStyle>
            <a:lvl1pPr algn="ctr" defTabSz="914400">
              <a:lnSpc>
                <a:spcPct val="100000"/>
              </a:lnSpc>
              <a:buNone/>
              <a:defRPr sz="1600">
                <a:solidFill>
                  <a:srgbClr val="1F2329"/>
                </a:solidFill>
                <a:latin typeface="Noto Sans SC"/>
              </a:defRPr>
            </a:lvl1pPr>
          </a:lstStyle>
          <a:p>
            <a:pPr algn="ctr"/>
            <a:endParaRPr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0" name="Text Box 29"/>
          <p:cNvSpPr txBox="1">
            <a:spLocks noGrp="1"/>
          </p:cNvSpPr>
          <p:nvPr/>
        </p:nvSpPr>
        <p:spPr>
          <a:xfrm>
            <a:off x="6273800" y="3759200"/>
            <a:ext cx="2120900" cy="10922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 defTabSz="914400"/>
          </a:lstStyle>
          <a:p>
            <a:pPr algn="l" defTabSz="914400">
              <a:lnSpc>
                <a:spcPct val="133000"/>
              </a:lnSpc>
            </a:pPr>
            <a:r>
              <a:rPr sz="1200" b="1" i="0" u="none" strike="noStrike" spc="0">
                <a:solidFill>
                  <a:srgbClr val="0F2D55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" panose="020B0400000000000000" charset="-122"/>
                <a:sym typeface="Noto Sans SC"/>
              </a:rPr>
              <a:t>项目移交</a:t>
            </a:r>
            <a:endParaRPr sz="1200" b="1" i="0" u="none" strike="noStrike" spc="0">
              <a:solidFill>
                <a:srgbClr val="0F2D55"/>
              </a:solidFill>
              <a:latin typeface="PingFang SC Semibold" panose="020B0400000000000000" charset="-122"/>
              <a:ea typeface="PingFang SC Semibold" panose="020B0400000000000000" charset="-122"/>
              <a:cs typeface="PingFang SC" panose="020B0400000000000000" charset="-122"/>
              <a:sym typeface="Noto Sans SC"/>
            </a:endParaRPr>
          </a:p>
          <a:p>
            <a:pPr algn="l" defTabSz="914400">
              <a:lnSpc>
                <a:spcPct val="133000"/>
              </a:lnSpc>
            </a:pPr>
            <a:r>
              <a:rPr sz="1200" i="0" u="none" strike="noStrike" spc="0">
                <a:solidFill>
                  <a:srgbClr val="46566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Noto Sans SC"/>
              </a:rPr>
              <a:t>限 4 个园区，移交后双方共同管理，写入进展时间线</a:t>
            </a:r>
            <a:endParaRPr sz="1200" i="0" u="none" strike="noStrike" spc="0">
              <a:solidFill>
                <a:srgbClr val="46566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  <a:sym typeface="Noto Sans SC"/>
            </a:endParaRPr>
          </a:p>
          <a:p>
            <a:pPr algn="l" defTabSz="914400">
              <a:lnSpc>
                <a:spcPct val="133000"/>
              </a:lnSpc>
            </a:pPr>
            <a:endParaRPr sz="1200" i="0" u="none" strike="noStrike" spc="0">
              <a:solidFill>
                <a:srgbClr val="46566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  <a:sym typeface="Noto Sans SC"/>
            </a:endParaRPr>
          </a:p>
        </p:txBody>
      </p:sp>
      <p:sp>
        <p:nvSpPr>
          <p:cNvPr id="33" name="Auto Shape 32"/>
          <p:cNvSpPr>
            <a:spLocks noGrp="1"/>
          </p:cNvSpPr>
          <p:nvPr/>
        </p:nvSpPr>
        <p:spPr>
          <a:xfrm>
            <a:off x="762000" y="5384800"/>
            <a:ext cx="10668000" cy="711200"/>
          </a:xfrm>
          <a:prstGeom prst="roundRect">
            <a:avLst>
              <a:gd name="adj" fmla="val 14286"/>
            </a:avLst>
          </a:prstGeom>
          <a:solidFill>
            <a:srgbClr val="FBE1D9"/>
          </a:solidFill>
          <a:ln w="25400" cap="flat" cmpd="sng">
            <a:noFill/>
            <a:round/>
          </a:ln>
          <a:effectLst>
            <a:outerShdw blurRad="101600" dist="38100" dir="5400000" algn="tl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 anchorCtr="0">
            <a:noAutofit/>
          </a:bodyPr>
          <a:lstStyle>
            <a:lvl1pPr algn="ctr" defTabSz="914400">
              <a:lnSpc>
                <a:spcPct val="100000"/>
              </a:lnSpc>
              <a:buNone/>
              <a:defRPr sz="1600">
                <a:solidFill>
                  <a:srgbClr val="1F2329"/>
                </a:solidFill>
                <a:latin typeface="Noto Sans SC"/>
              </a:defRPr>
            </a:lvl1pPr>
          </a:lstStyle>
          <a:p>
            <a:pPr algn="ctr"/>
            <a:endParaRPr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4" name="Text Box 33"/>
          <p:cNvSpPr txBox="1">
            <a:spLocks noGrp="1"/>
          </p:cNvSpPr>
          <p:nvPr/>
        </p:nvSpPr>
        <p:spPr>
          <a:xfrm>
            <a:off x="965200" y="5511800"/>
            <a:ext cx="10261600" cy="4572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 defTabSz="914400"/>
          </a:lstStyle>
          <a:p>
            <a:pPr algn="l" defTabSz="914400">
              <a:lnSpc>
                <a:spcPct val="133000"/>
              </a:lnSpc>
            </a:pPr>
            <a:r>
              <a:rPr sz="1200" i="0" u="none" strike="noStrike" spc="0">
                <a:solidFill>
                  <a:srgbClr val="0F2D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Noto Sans SC"/>
              </a:rPr>
              <a:t>超期自动预警：</a:t>
            </a:r>
            <a:r>
              <a:rPr sz="1200" i="0" u="none" strike="noStrike" spc="0">
                <a:solidFill>
                  <a:srgbClr val="46566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Noto Sans SC"/>
              </a:rPr>
              <a:t>谋划 / 在谈 / 签约分阶段阈值可配置，系统每日自动扫描，超期项目向责任人推送</a:t>
            </a:r>
            <a:r>
              <a:rPr sz="1200" b="1" i="0" u="none" strike="noStrike" spc="0">
                <a:solidFill>
                  <a:srgbClr val="C0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" panose="020B0400000000000000" charset="-122"/>
                <a:sym typeface="Noto Sans SC"/>
              </a:rPr>
              <a:t>预警通知</a:t>
            </a:r>
            <a:endParaRPr sz="1200" b="1" i="0" u="none" strike="noStrike" spc="0">
              <a:solidFill>
                <a:srgbClr val="C00000"/>
              </a:solidFill>
              <a:latin typeface="PingFang SC Semibold" panose="020B0400000000000000" charset="-122"/>
              <a:ea typeface="PingFang SC Semibold" panose="020B0400000000000000" charset="-122"/>
              <a:cs typeface="PingFang SC" panose="020B0400000000000000" charset="-122"/>
              <a:sym typeface="Noto Sans SC"/>
            </a:endParaRPr>
          </a:p>
        </p:txBody>
      </p:sp>
      <p:sp>
        <p:nvSpPr>
          <p:cNvPr id="38" name="线形标注 2(带强调线) 37"/>
          <p:cNvSpPr/>
          <p:nvPr/>
        </p:nvSpPr>
        <p:spPr>
          <a:xfrm>
            <a:off x="8886825" y="3073400"/>
            <a:ext cx="2930525" cy="2073275"/>
          </a:xfrm>
          <a:prstGeom prst="accentCallout2">
            <a:avLst>
              <a:gd name="adj1" fmla="val 7963"/>
              <a:gd name="adj2" fmla="val -4745"/>
              <a:gd name="adj3" fmla="val 13047"/>
              <a:gd name="adj4" fmla="val -16663"/>
              <a:gd name="adj5" fmla="val 11944"/>
              <a:gd name="adj6" fmla="val -195861"/>
            </a:avLst>
          </a:prstGeom>
          <a:solidFill>
            <a:srgbClr val="2563EB"/>
          </a:solidFill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pPr algn="ctr"/>
            <a:r>
              <a:rPr lang="zh-CN" altLang="en-US" sz="1000" b="1" u="sng">
                <a:ln/>
                <a:solidFill>
                  <a:schemeClr val="tx1"/>
                </a:solidFill>
                <a:effectLst/>
                <a:latin typeface="PingFang SC Semibold" panose="020B0400000000000000" charset="-122"/>
                <a:ea typeface="PingFang SC Semibold" panose="020B0400000000000000" charset="-122"/>
              </a:rPr>
              <a:t>在谈项目详情</a:t>
            </a:r>
            <a:endParaRPr lang="zh-CN" altLang="en-US" sz="1000" b="1" u="sng">
              <a:ln/>
              <a:solidFill>
                <a:schemeClr val="tx1"/>
              </a:solidFill>
              <a:effectLst/>
              <a:latin typeface="PingFang SC Semibold" panose="020B0400000000000000" charset="-122"/>
              <a:ea typeface="PingFang SC Semibold" panose="020B0400000000000000" charset="-122"/>
            </a:endParaRPr>
          </a:p>
          <a:p>
            <a:pPr algn="ctr"/>
            <a:endParaRPr lang="zh-CN" altLang="en-US" sz="1000">
              <a:ln/>
              <a:solidFill>
                <a:schemeClr val="tx1"/>
              </a:solidFill>
              <a:effectLst/>
              <a:latin typeface="PingFang SC" panose="020B0400000000000000" charset="-122"/>
              <a:ea typeface="PingFang SC" panose="020B0400000000000000" charset="-122"/>
            </a:endParaRPr>
          </a:p>
          <a:p>
            <a:pPr algn="ctr"/>
            <a:endParaRPr lang="zh-CN" altLang="en-US" sz="1000">
              <a:ln/>
              <a:solidFill>
                <a:schemeClr val="tx1"/>
              </a:solidFill>
              <a:effectLst/>
              <a:latin typeface="PingFang SC" panose="020B0400000000000000" charset="-122"/>
              <a:ea typeface="PingFang SC" panose="020B0400000000000000" charset="-122"/>
            </a:endParaRPr>
          </a:p>
          <a:p>
            <a:pPr algn="ctr"/>
            <a:endParaRPr lang="zh-CN" altLang="en-US" sz="1000">
              <a:ln/>
              <a:solidFill>
                <a:schemeClr val="tx1"/>
              </a:solidFill>
              <a:effectLst/>
              <a:latin typeface="PingFang SC" panose="020B0400000000000000" charset="-122"/>
              <a:ea typeface="PingFang SC" panose="020B0400000000000000" charset="-122"/>
            </a:endParaRPr>
          </a:p>
          <a:p>
            <a:pPr algn="ctr"/>
            <a:endParaRPr lang="zh-CN" altLang="en-US" sz="1000">
              <a:ln/>
              <a:solidFill>
                <a:schemeClr val="tx1"/>
              </a:solidFill>
              <a:effectLst/>
              <a:latin typeface="PingFang SC" panose="020B0400000000000000" charset="-122"/>
              <a:ea typeface="PingFang SC" panose="020B0400000000000000" charset="-122"/>
            </a:endParaRPr>
          </a:p>
          <a:p>
            <a:pPr algn="ctr"/>
            <a:endParaRPr lang="zh-CN" altLang="en-US" sz="1000">
              <a:ln/>
              <a:solidFill>
                <a:schemeClr val="tx1"/>
              </a:solidFill>
              <a:effectLst/>
              <a:latin typeface="PingFang SC" panose="020B0400000000000000" charset="-122"/>
              <a:ea typeface="PingFang SC" panose="020B0400000000000000" charset="-122"/>
            </a:endParaRPr>
          </a:p>
          <a:p>
            <a:pPr algn="ctr"/>
            <a:endParaRPr lang="zh-CN" altLang="en-US" sz="1000">
              <a:ln/>
              <a:solidFill>
                <a:schemeClr val="tx1"/>
              </a:solidFill>
              <a:effectLst/>
              <a:latin typeface="PingFang SC" panose="020B0400000000000000" charset="-122"/>
              <a:ea typeface="PingFang SC" panose="020B0400000000000000" charset="-122"/>
            </a:endParaRPr>
          </a:p>
          <a:p>
            <a:pPr algn="ctr"/>
            <a:endParaRPr lang="zh-CN" altLang="en-US" sz="1000">
              <a:ln/>
              <a:solidFill>
                <a:schemeClr val="tx1"/>
              </a:solidFill>
              <a:effectLst/>
              <a:latin typeface="PingFang SC" panose="020B0400000000000000" charset="-122"/>
              <a:ea typeface="PingFang SC" panose="020B0400000000000000" charset="-122"/>
            </a:endParaRPr>
          </a:p>
          <a:p>
            <a:pPr algn="ctr"/>
            <a:endParaRPr lang="zh-CN" altLang="en-US" sz="1000">
              <a:ln/>
              <a:solidFill>
                <a:schemeClr val="tx1"/>
              </a:solidFill>
              <a:effectLst/>
              <a:latin typeface="PingFang SC" panose="020B0400000000000000" charset="-122"/>
              <a:ea typeface="PingFang SC" panose="020B0400000000000000" charset="-122"/>
            </a:endParaRPr>
          </a:p>
          <a:p>
            <a:pPr algn="ctr"/>
            <a:endParaRPr lang="zh-CN" altLang="en-US" sz="1000">
              <a:ln/>
              <a:solidFill>
                <a:schemeClr val="tx1"/>
              </a:solidFill>
              <a:effectLst/>
              <a:latin typeface="PingFang SC" panose="020B0400000000000000" charset="-122"/>
              <a:ea typeface="PingFang SC" panose="020B0400000000000000" charset="-122"/>
            </a:endParaRPr>
          </a:p>
          <a:p>
            <a:pPr algn="ctr"/>
            <a:endParaRPr lang="zh-CN" altLang="en-US" sz="1000">
              <a:ln/>
              <a:solidFill>
                <a:schemeClr val="tx1"/>
              </a:solidFill>
              <a:effectLst/>
              <a:latin typeface="PingFang SC" panose="020B0400000000000000" charset="-122"/>
              <a:ea typeface="PingFang SC" panose="020B0400000000000000" charset="-122"/>
            </a:endParaRPr>
          </a:p>
        </p:txBody>
      </p:sp>
      <p:pic>
        <p:nvPicPr>
          <p:cNvPr id="36" name="图片 35" descr="p3_detail"/>
          <p:cNvPicPr>
            <a:picLocks noChangeAspect="1"/>
          </p:cNvPicPr>
          <p:nvPr/>
        </p:nvPicPr>
        <p:blipFill>
          <a:blip r:embed="rId2"/>
          <a:srcRect l="15542" t="10158"/>
          <a:stretch>
            <a:fillRect/>
          </a:stretch>
        </p:blipFill>
        <p:spPr>
          <a:xfrm>
            <a:off x="8993505" y="3542030"/>
            <a:ext cx="2720340" cy="1332865"/>
          </a:xfrm>
          <a:prstGeom prst="rect">
            <a:avLst/>
          </a:prstGeom>
          <a:solidFill>
            <a:srgbClr val="F1F5F9"/>
          </a:solidFill>
          <a:ln w="25400" cap="flat" cmpd="sng">
            <a:noFill/>
            <a:round/>
          </a:ln>
          <a:effectLst>
            <a:outerShdw blurRad="101600" dist="38100" dir="5400000" algn="tl">
              <a:srgbClr val="000000">
                <a:alpha val="8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 Shape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25400" cap="flat" cmpd="sng">
            <a:noFill/>
            <a:round/>
          </a:ln>
        </p:spPr>
        <p:txBody>
          <a:bodyPr vert="horz" wrap="square" lIns="63500" tIns="63500" rIns="63500" bIns="63500" rtlCol="0" anchor="ctr">
            <a:noAutofit/>
          </a:bodyPr>
          <a:lstStyle>
            <a:lvl1pPr>
              <a:buNone/>
            </a:lvl1pPr>
          </a:lstStyle>
          <a:p>
            <a:pPr algn="ctr"/>
            <a:endParaRPr>
              <a:latin typeface="PingFang SC Regular" panose="020B0400000000000000" charset="-122"/>
              <a:ea typeface="PingFang SC Regular" panose="020B0400000000000000" charset="-122"/>
            </a:endParaRPr>
          </a:p>
        </p:txBody>
      </p:sp>
      <p:sp>
        <p:nvSpPr>
          <p:cNvPr id="3" name="Auto Shape 2"/>
          <p:cNvSpPr>
            <a:spLocks noGrp="1"/>
          </p:cNvSpPr>
          <p:nvPr/>
        </p:nvSpPr>
        <p:spPr>
          <a:xfrm>
            <a:off x="648434" y="512541"/>
            <a:ext cx="67057" cy="245393"/>
          </a:xfrm>
          <a:prstGeom prst="roundRect">
            <a:avLst>
              <a:gd name="adj" fmla="val 0"/>
            </a:avLst>
          </a:prstGeom>
          <a:solidFill>
            <a:srgbClr val="4472C4"/>
          </a:solidFill>
          <a:ln w="25400" cap="flat" cmpd="sng">
            <a:noFill/>
            <a:round/>
          </a:ln>
        </p:spPr>
        <p:txBody>
          <a:bodyPr vert="horz" wrap="square" lIns="91440" tIns="45720" rIns="91440" bIns="45720" rtlCol="0" anchor="ctr" anchorCtr="0">
            <a:noAutofit/>
          </a:bodyPr>
          <a:lstStyle>
            <a:lvl1pPr algn="ctr" defTabSz="247015">
              <a:lnSpc>
                <a:spcPct val="100000"/>
              </a:lnSpc>
              <a:buNone/>
              <a:defRPr sz="1600">
                <a:solidFill>
                  <a:srgbClr val="1F2329"/>
                </a:solidFill>
                <a:latin typeface="Noto Sans SC"/>
              </a:defRPr>
            </a:lvl1pPr>
          </a:lstStyle>
          <a:p>
            <a:pPr algn="ctr"/>
            <a:endParaRPr>
              <a:latin typeface="PingFang SC Regular" panose="020B0400000000000000" charset="-122"/>
              <a:ea typeface="PingFang SC Regular" panose="020B0400000000000000" charset="-122"/>
            </a:endParaRPr>
          </a:p>
        </p:txBody>
      </p:sp>
      <p:sp>
        <p:nvSpPr>
          <p:cNvPr id="4" name="Auto Shape 3"/>
          <p:cNvSpPr>
            <a:spLocks noGrp="1"/>
          </p:cNvSpPr>
          <p:nvPr/>
        </p:nvSpPr>
        <p:spPr>
          <a:xfrm>
            <a:off x="648434" y="736371"/>
            <a:ext cx="67057" cy="126090"/>
          </a:xfrm>
          <a:prstGeom prst="roundRect">
            <a:avLst>
              <a:gd name="adj" fmla="val 0"/>
            </a:avLst>
          </a:prstGeom>
          <a:solidFill>
            <a:srgbClr val="ED7D31"/>
          </a:solidFill>
          <a:ln w="25400" cap="flat" cmpd="sng">
            <a:noFill/>
            <a:round/>
          </a:ln>
        </p:spPr>
        <p:txBody>
          <a:bodyPr vert="horz" wrap="square" lIns="91440" tIns="45720" rIns="91440" bIns="45720" rtlCol="0" anchor="ctr" anchorCtr="0">
            <a:noAutofit/>
          </a:bodyPr>
          <a:lstStyle>
            <a:lvl1pPr algn="ctr" defTabSz="247015">
              <a:lnSpc>
                <a:spcPct val="100000"/>
              </a:lnSpc>
              <a:buNone/>
              <a:defRPr sz="1600">
                <a:solidFill>
                  <a:srgbClr val="1F2329"/>
                </a:solidFill>
                <a:latin typeface="Noto Sans SC"/>
              </a:defRPr>
            </a:lvl1pPr>
          </a:lstStyle>
          <a:p>
            <a:pPr algn="ctr"/>
            <a:endParaRPr>
              <a:latin typeface="PingFang SC Regular" panose="020B0400000000000000" charset="-122"/>
              <a:ea typeface="PingFang SC Regular" panose="020B0400000000000000" charset="-122"/>
            </a:endParaRPr>
          </a:p>
        </p:txBody>
      </p:sp>
      <p:pic>
        <p:nvPicPr>
          <p:cNvPr id="5" name="Picture 4"/>
          <p:cNvPicPr/>
          <p:nvPr/>
        </p:nvPicPr>
        <p:blipFill>
          <a:blip r:embed="rId1"/>
          <a:srcRect/>
          <a:stretch>
            <a:fillRect/>
          </a:stretch>
        </p:blipFill>
        <p:spPr>
          <a:xfrm>
            <a:off x="9995610" y="475655"/>
            <a:ext cx="1544013" cy="378120"/>
          </a:xfrm>
          <a:prstGeom prst="rect">
            <a:avLst/>
          </a:prstGeom>
          <a:noFill/>
          <a:ln w="25400" cap="flat" cmpd="sng">
            <a:noFill/>
            <a:round/>
          </a:ln>
        </p:spPr>
      </p:pic>
      <p:sp>
        <p:nvSpPr>
          <p:cNvPr id="6" name="Text Box 5"/>
          <p:cNvSpPr txBox="1">
            <a:spLocks noGrp="1"/>
          </p:cNvSpPr>
          <p:nvPr/>
        </p:nvSpPr>
        <p:spPr>
          <a:xfrm>
            <a:off x="990600" y="381000"/>
            <a:ext cx="10414000" cy="5588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 defTabSz="914400"/>
          </a:lstStyle>
          <a:p>
            <a:pPr algn="l" defTabSz="914400">
              <a:lnSpc>
                <a:spcPct val="100000"/>
              </a:lnSpc>
            </a:pPr>
            <a:r>
              <a:rPr sz="2600" b="1" i="0" u="none" strike="noStrike" spc="0">
                <a:solidFill>
                  <a:srgbClr val="0F2D55"/>
                </a:solidFill>
                <a:latin typeface="PingFang SC Semibold" panose="020B0400000000000000" charset="-122"/>
                <a:ea typeface="PingFang SC Semibold" panose="020B0400000000000000" charset="-122"/>
                <a:cs typeface="Noto Sans SC"/>
                <a:sym typeface="Noto Sans SC"/>
              </a:rPr>
              <a:t>核心场景②：园区、国企、部门差异化考核闭环</a:t>
            </a:r>
            <a:endParaRPr sz="2600" b="1" i="0" u="none" strike="noStrike" spc="0">
              <a:solidFill>
                <a:srgbClr val="0F2D55"/>
              </a:solidFill>
              <a:latin typeface="PingFang SC Semibold" panose="020B0400000000000000" charset="-122"/>
              <a:ea typeface="PingFang SC Semibold" panose="020B0400000000000000" charset="-122"/>
              <a:cs typeface="Noto Sans SC"/>
              <a:sym typeface="Noto Sans SC"/>
            </a:endParaRPr>
          </a:p>
        </p:txBody>
      </p:sp>
      <p:cxnSp>
        <p:nvCxnSpPr>
          <p:cNvPr id="7" name="Connector"/>
          <p:cNvCxnSpPr/>
          <p:nvPr/>
        </p:nvCxnSpPr>
        <p:spPr>
          <a:xfrm rot="-4093">
            <a:off x="762004" y="1035051"/>
            <a:ext cx="10668000" cy="12700"/>
          </a:xfrm>
          <a:prstGeom prst="straightConnector1">
            <a:avLst/>
          </a:prstGeom>
          <a:solidFill>
            <a:srgbClr val="DEE0E3"/>
          </a:solidFill>
          <a:ln w="12700" cap="flat" cmpd="sng">
            <a:solidFill>
              <a:srgbClr val="E2E8F0"/>
            </a:solidFill>
            <a:round/>
          </a:ln>
        </p:spPr>
      </p:cxnSp>
      <p:sp>
        <p:nvSpPr>
          <p:cNvPr id="8" name="Auto Shape 7"/>
          <p:cNvSpPr>
            <a:spLocks noGrp="1"/>
          </p:cNvSpPr>
          <p:nvPr/>
        </p:nvSpPr>
        <p:spPr>
          <a:xfrm>
            <a:off x="762000" y="1219200"/>
            <a:ext cx="1397000" cy="304800"/>
          </a:xfrm>
          <a:prstGeom prst="roundRect">
            <a:avLst>
              <a:gd name="adj" fmla="val 0"/>
            </a:avLst>
          </a:prstGeom>
          <a:solidFill>
            <a:srgbClr val="DBEAFE"/>
          </a:solidFill>
          <a:ln w="25400" cap="flat" cmpd="sng">
            <a:noFill/>
            <a:round/>
          </a:ln>
        </p:spPr>
        <p:txBody>
          <a:bodyPr vert="horz" wrap="square" lIns="63500" tIns="63500" rIns="63500" bIns="63500" rtlCol="0" anchor="ctr" anchorCtr="0">
            <a:noAutofit/>
          </a:bodyPr>
          <a:lstStyle>
            <a:lvl1pPr algn="ctr" defTabSz="914400">
              <a:lnSpc>
                <a:spcPct val="100000"/>
              </a:lnSpc>
              <a:buNone/>
              <a:defRPr sz="1600">
                <a:solidFill>
                  <a:srgbClr val="1F2329"/>
                </a:solidFill>
                <a:latin typeface="Noto Sans SC"/>
              </a:defRPr>
            </a:lvl1pPr>
          </a:lstStyle>
          <a:p>
            <a:pPr algn="ctr"/>
            <a:endParaRPr>
              <a:latin typeface="PingFang SC Regular" panose="020B0400000000000000" charset="-122"/>
              <a:ea typeface="PingFang SC Regular" panose="020B0400000000000000" charset="-122"/>
            </a:endParaRPr>
          </a:p>
        </p:txBody>
      </p:sp>
      <p:sp>
        <p:nvSpPr>
          <p:cNvPr id="9" name="Text Box 8"/>
          <p:cNvSpPr txBox="1">
            <a:spLocks noGrp="1"/>
          </p:cNvSpPr>
          <p:nvPr/>
        </p:nvSpPr>
        <p:spPr>
          <a:xfrm>
            <a:off x="762000" y="1244600"/>
            <a:ext cx="1397000" cy="2540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ctr" defTabSz="914400"/>
          </a:lstStyle>
          <a:p>
            <a:pPr algn="ctr" defTabSz="914400">
              <a:lnSpc>
                <a:spcPct val="100000"/>
              </a:lnSpc>
            </a:pPr>
            <a:r>
              <a:rPr sz="1100" b="1" i="0" u="none" strike="noStrike" spc="100">
                <a:solidFill>
                  <a:srgbClr val="2563EB"/>
                </a:solidFill>
                <a:latin typeface="PingFang SC Regular" panose="020B0400000000000000" charset="-122"/>
                <a:ea typeface="PingFang SC Regular" panose="020B0400000000000000" charset="-122"/>
                <a:cs typeface="Noto Sans SC"/>
                <a:sym typeface="Noto Sans SC"/>
              </a:rPr>
              <a:t>考核闭环流程</a:t>
            </a:r>
            <a:endParaRPr sz="1100" b="1" i="0" u="none" strike="noStrike" spc="100">
              <a:solidFill>
                <a:srgbClr val="2563EB"/>
              </a:solidFill>
              <a:latin typeface="PingFang SC Regular" panose="020B0400000000000000" charset="-122"/>
              <a:ea typeface="PingFang SC Regular" panose="020B0400000000000000" charset="-122"/>
              <a:cs typeface="Noto Sans SC"/>
              <a:sym typeface="Noto Sans SC"/>
            </a:endParaRPr>
          </a:p>
        </p:txBody>
      </p:sp>
      <p:sp>
        <p:nvSpPr>
          <p:cNvPr id="10" name="Auto Shape 9"/>
          <p:cNvSpPr>
            <a:spLocks noGrp="1"/>
          </p:cNvSpPr>
          <p:nvPr/>
        </p:nvSpPr>
        <p:spPr>
          <a:xfrm>
            <a:off x="1016000" y="1676400"/>
            <a:ext cx="2095500" cy="609600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25400" cap="flat" cmpd="sng">
            <a:noFill/>
            <a:round/>
          </a:ln>
          <a:effectLst>
            <a:outerShdw blurRad="101600" dist="38100" dir="5400000" algn="tl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 anchorCtr="0">
            <a:noAutofit/>
          </a:bodyPr>
          <a:lstStyle>
            <a:lvl1pPr algn="ctr" defTabSz="914400">
              <a:lnSpc>
                <a:spcPct val="100000"/>
              </a:lnSpc>
              <a:buNone/>
              <a:defRPr sz="1600">
                <a:solidFill>
                  <a:srgbClr val="1F2329"/>
                </a:solidFill>
                <a:latin typeface="Noto Sans SC"/>
              </a:defRPr>
            </a:lvl1pPr>
          </a:lstStyle>
          <a:p>
            <a:pPr algn="ctr"/>
            <a:endParaRPr>
              <a:latin typeface="PingFang SC Regular" panose="020B0400000000000000" charset="-122"/>
              <a:ea typeface="PingFang SC Regular" panose="020B0400000000000000" charset="-122"/>
            </a:endParaRPr>
          </a:p>
        </p:txBody>
      </p:sp>
      <p:sp>
        <p:nvSpPr>
          <p:cNvPr id="11" name="Text Box 10"/>
          <p:cNvSpPr txBox="1">
            <a:spLocks noGrp="1"/>
          </p:cNvSpPr>
          <p:nvPr/>
        </p:nvSpPr>
        <p:spPr>
          <a:xfrm>
            <a:off x="1016000" y="1676400"/>
            <a:ext cx="2095500" cy="6096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ctr" defTabSz="914400"/>
          </a:lstStyle>
          <a:p>
            <a:pPr algn="ctr" defTabSz="914400">
              <a:lnSpc>
                <a:spcPct val="100000"/>
              </a:lnSpc>
            </a:pPr>
            <a:r>
              <a:rPr sz="1300" b="1" i="0" u="none" strike="noStrike" spc="0">
                <a:solidFill>
                  <a:srgbClr val="0F2D55"/>
                </a:solidFill>
                <a:latin typeface="PingFang SC Regular" panose="020B0400000000000000" charset="-122"/>
                <a:ea typeface="PingFang SC Regular" panose="020B0400000000000000" charset="-122"/>
                <a:cs typeface="Noto Sans SC"/>
                <a:sym typeface="Noto Sans SC"/>
              </a:rPr>
              <a:t>目标设定下发</a:t>
            </a:r>
            <a:endParaRPr sz="1300" b="1" i="0" u="none" strike="noStrike" spc="0">
              <a:solidFill>
                <a:srgbClr val="0F2D55"/>
              </a:solidFill>
              <a:latin typeface="PingFang SC Regular" panose="020B0400000000000000" charset="-122"/>
              <a:ea typeface="PingFang SC Regular" panose="020B0400000000000000" charset="-122"/>
              <a:cs typeface="Noto Sans SC"/>
              <a:sym typeface="Noto Sans SC"/>
            </a:endParaRPr>
          </a:p>
        </p:txBody>
      </p:sp>
      <p:cxnSp>
        <p:nvCxnSpPr>
          <p:cNvPr id="12" name="Connector"/>
          <p:cNvCxnSpPr/>
          <p:nvPr/>
        </p:nvCxnSpPr>
        <p:spPr>
          <a:xfrm rot="-57290">
            <a:off x="3111553" y="1974861"/>
            <a:ext cx="762000" cy="12700"/>
          </a:xfrm>
          <a:prstGeom prst="straightConnector1">
            <a:avLst/>
          </a:prstGeom>
          <a:solidFill>
            <a:srgbClr val="DEE0E3"/>
          </a:solidFill>
          <a:ln w="25400" cap="flat" cmpd="sng">
            <a:solidFill>
              <a:srgbClr val="2563EB"/>
            </a:solidFill>
            <a:round/>
            <a:tailEnd type="arrow" w="med" len="med"/>
          </a:ln>
        </p:spPr>
      </p:cxnSp>
      <p:sp>
        <p:nvSpPr>
          <p:cNvPr id="13" name="Auto Shape 12"/>
          <p:cNvSpPr>
            <a:spLocks noGrp="1"/>
          </p:cNvSpPr>
          <p:nvPr/>
        </p:nvSpPr>
        <p:spPr>
          <a:xfrm>
            <a:off x="3873500" y="1676400"/>
            <a:ext cx="2095500" cy="609600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25400" cap="flat" cmpd="sng">
            <a:noFill/>
            <a:round/>
          </a:ln>
          <a:effectLst>
            <a:outerShdw blurRad="101600" dist="38100" dir="5400000" algn="tl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 anchorCtr="0">
            <a:noAutofit/>
          </a:bodyPr>
          <a:lstStyle>
            <a:lvl1pPr algn="ctr" defTabSz="914400">
              <a:lnSpc>
                <a:spcPct val="100000"/>
              </a:lnSpc>
              <a:buNone/>
              <a:defRPr sz="1600">
                <a:solidFill>
                  <a:srgbClr val="1F2329"/>
                </a:solidFill>
                <a:latin typeface="Noto Sans SC"/>
              </a:defRPr>
            </a:lvl1pPr>
          </a:lstStyle>
          <a:p>
            <a:pPr algn="ctr"/>
            <a:endParaRPr>
              <a:latin typeface="PingFang SC Regular" panose="020B0400000000000000" charset="-122"/>
              <a:ea typeface="PingFang SC Regular" panose="020B0400000000000000" charset="-122"/>
            </a:endParaRPr>
          </a:p>
        </p:txBody>
      </p:sp>
      <p:sp>
        <p:nvSpPr>
          <p:cNvPr id="14" name="Text Box 13"/>
          <p:cNvSpPr txBox="1">
            <a:spLocks noGrp="1"/>
          </p:cNvSpPr>
          <p:nvPr/>
        </p:nvSpPr>
        <p:spPr>
          <a:xfrm>
            <a:off x="3873500" y="1676400"/>
            <a:ext cx="2095500" cy="6096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ctr" defTabSz="914400"/>
          </a:lstStyle>
          <a:p>
            <a:pPr algn="ctr" defTabSz="914400">
              <a:lnSpc>
                <a:spcPct val="100000"/>
              </a:lnSpc>
            </a:pPr>
            <a:r>
              <a:rPr sz="1300" b="1" i="0" u="none" strike="noStrike" spc="0">
                <a:solidFill>
                  <a:srgbClr val="0F2D55"/>
                </a:solidFill>
                <a:latin typeface="PingFang SC Regular" panose="020B0400000000000000" charset="-122"/>
                <a:ea typeface="PingFang SC Regular" panose="020B0400000000000000" charset="-122"/>
                <a:cs typeface="Noto Sans SC"/>
                <a:sym typeface="Noto Sans SC"/>
              </a:rPr>
              <a:t>台账填报</a:t>
            </a:r>
            <a:endParaRPr sz="1300" b="1" i="0" u="none" strike="noStrike" spc="0">
              <a:solidFill>
                <a:srgbClr val="0F2D55"/>
              </a:solidFill>
              <a:latin typeface="PingFang SC Regular" panose="020B0400000000000000" charset="-122"/>
              <a:ea typeface="PingFang SC Regular" panose="020B0400000000000000" charset="-122"/>
              <a:cs typeface="Noto Sans SC"/>
              <a:sym typeface="Noto Sans SC"/>
            </a:endParaRPr>
          </a:p>
        </p:txBody>
      </p:sp>
      <p:cxnSp>
        <p:nvCxnSpPr>
          <p:cNvPr id="15" name="Connector"/>
          <p:cNvCxnSpPr/>
          <p:nvPr/>
        </p:nvCxnSpPr>
        <p:spPr>
          <a:xfrm rot="-57290">
            <a:off x="5969053" y="1974861"/>
            <a:ext cx="762000" cy="12700"/>
          </a:xfrm>
          <a:prstGeom prst="straightConnector1">
            <a:avLst/>
          </a:prstGeom>
          <a:solidFill>
            <a:srgbClr val="DEE0E3"/>
          </a:solidFill>
          <a:ln w="25400" cap="flat" cmpd="sng">
            <a:solidFill>
              <a:srgbClr val="2563EB"/>
            </a:solidFill>
            <a:round/>
            <a:tailEnd type="arrow" w="med" len="med"/>
          </a:ln>
        </p:spPr>
      </p:cxnSp>
      <p:sp>
        <p:nvSpPr>
          <p:cNvPr id="16" name="Auto Shape 15"/>
          <p:cNvSpPr>
            <a:spLocks noGrp="1"/>
          </p:cNvSpPr>
          <p:nvPr/>
        </p:nvSpPr>
        <p:spPr>
          <a:xfrm>
            <a:off x="6731000" y="1676400"/>
            <a:ext cx="2095500" cy="609600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25400" cap="flat" cmpd="sng">
            <a:noFill/>
            <a:round/>
          </a:ln>
          <a:effectLst>
            <a:outerShdw blurRad="101600" dist="38100" dir="5400000" algn="tl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 anchorCtr="0">
            <a:noAutofit/>
          </a:bodyPr>
          <a:lstStyle>
            <a:lvl1pPr algn="ctr" defTabSz="914400">
              <a:lnSpc>
                <a:spcPct val="100000"/>
              </a:lnSpc>
              <a:buNone/>
              <a:defRPr sz="1600">
                <a:solidFill>
                  <a:srgbClr val="1F2329"/>
                </a:solidFill>
                <a:latin typeface="Noto Sans SC"/>
              </a:defRPr>
            </a:lvl1pPr>
          </a:lstStyle>
          <a:p>
            <a:pPr algn="ctr"/>
            <a:endParaRPr>
              <a:latin typeface="PingFang SC Regular" panose="020B0400000000000000" charset="-122"/>
              <a:ea typeface="PingFang SC Regular" panose="020B0400000000000000" charset="-122"/>
            </a:endParaRPr>
          </a:p>
        </p:txBody>
      </p:sp>
      <p:sp>
        <p:nvSpPr>
          <p:cNvPr id="17" name="Text Box 16"/>
          <p:cNvSpPr txBox="1">
            <a:spLocks noGrp="1"/>
          </p:cNvSpPr>
          <p:nvPr/>
        </p:nvSpPr>
        <p:spPr>
          <a:xfrm>
            <a:off x="6731000" y="1676400"/>
            <a:ext cx="2095500" cy="6096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ctr" defTabSz="914400"/>
          </a:lstStyle>
          <a:p>
            <a:pPr algn="ctr" defTabSz="914400">
              <a:lnSpc>
                <a:spcPct val="100000"/>
              </a:lnSpc>
            </a:pPr>
            <a:r>
              <a:rPr lang="zh-CN" sz="1300" b="1" i="0" u="none" strike="noStrike" spc="0">
                <a:solidFill>
                  <a:srgbClr val="0F2D55"/>
                </a:solidFill>
                <a:latin typeface="PingFang SC Regular" panose="020B0400000000000000" charset="-122"/>
                <a:ea typeface="PingFang SC Regular" panose="020B0400000000000000" charset="-122"/>
                <a:cs typeface="Noto Sans SC"/>
                <a:sym typeface="Noto Sans SC"/>
              </a:rPr>
              <a:t>区级</a:t>
            </a:r>
            <a:r>
              <a:rPr sz="1300" b="1" i="0" u="none" strike="noStrike" spc="0">
                <a:solidFill>
                  <a:srgbClr val="0F2D55"/>
                </a:solidFill>
                <a:latin typeface="PingFang SC Regular" panose="020B0400000000000000" charset="-122"/>
                <a:ea typeface="PingFang SC Regular" panose="020B0400000000000000" charset="-122"/>
                <a:cs typeface="Noto Sans SC"/>
                <a:sym typeface="Noto Sans SC"/>
              </a:rPr>
              <a:t>审核</a:t>
            </a:r>
            <a:endParaRPr sz="1300" b="1" i="0" u="none" strike="noStrike" spc="0">
              <a:solidFill>
                <a:srgbClr val="0F2D55"/>
              </a:solidFill>
              <a:latin typeface="PingFang SC Regular" panose="020B0400000000000000" charset="-122"/>
              <a:ea typeface="PingFang SC Regular" panose="020B0400000000000000" charset="-122"/>
              <a:cs typeface="Noto Sans SC"/>
              <a:sym typeface="Noto Sans SC"/>
            </a:endParaRPr>
          </a:p>
        </p:txBody>
      </p:sp>
      <p:cxnSp>
        <p:nvCxnSpPr>
          <p:cNvPr id="18" name="Connector"/>
          <p:cNvCxnSpPr/>
          <p:nvPr/>
        </p:nvCxnSpPr>
        <p:spPr>
          <a:xfrm rot="-57290">
            <a:off x="8826553" y="1974861"/>
            <a:ext cx="762000" cy="12700"/>
          </a:xfrm>
          <a:prstGeom prst="straightConnector1">
            <a:avLst/>
          </a:prstGeom>
          <a:solidFill>
            <a:srgbClr val="DEE0E3"/>
          </a:solidFill>
          <a:ln w="25400" cap="flat" cmpd="sng">
            <a:solidFill>
              <a:srgbClr val="2563EB"/>
            </a:solidFill>
            <a:round/>
            <a:tailEnd type="arrow" w="med" len="med"/>
          </a:ln>
        </p:spPr>
      </p:cxnSp>
      <p:sp>
        <p:nvSpPr>
          <p:cNvPr id="19" name="Auto Shape 18"/>
          <p:cNvSpPr>
            <a:spLocks noGrp="1"/>
          </p:cNvSpPr>
          <p:nvPr/>
        </p:nvSpPr>
        <p:spPr>
          <a:xfrm>
            <a:off x="9588500" y="1676400"/>
            <a:ext cx="1651000" cy="609600"/>
          </a:xfrm>
          <a:prstGeom prst="roundRect">
            <a:avLst>
              <a:gd name="adj" fmla="val 16667"/>
            </a:avLst>
          </a:prstGeom>
          <a:solidFill>
            <a:srgbClr val="0F2D55"/>
          </a:solidFill>
          <a:ln w="25400" cap="flat" cmpd="sng">
            <a:noFill/>
            <a:round/>
          </a:ln>
          <a:effectLst>
            <a:outerShdw blurRad="101600" dist="38100" dir="5400000" algn="tl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 anchorCtr="0">
            <a:noAutofit/>
          </a:bodyPr>
          <a:lstStyle>
            <a:lvl1pPr algn="ctr" defTabSz="914400">
              <a:lnSpc>
                <a:spcPct val="100000"/>
              </a:lnSpc>
              <a:buNone/>
              <a:defRPr sz="1600">
                <a:solidFill>
                  <a:srgbClr val="1F2329"/>
                </a:solidFill>
                <a:latin typeface="Noto Sans SC"/>
              </a:defRPr>
            </a:lvl1pPr>
          </a:lstStyle>
          <a:p>
            <a:pPr algn="ctr"/>
            <a:endParaRPr>
              <a:latin typeface="PingFang SC Regular" panose="020B0400000000000000" charset="-122"/>
              <a:ea typeface="PingFang SC Regular" panose="020B0400000000000000" charset="-122"/>
            </a:endParaRPr>
          </a:p>
        </p:txBody>
      </p:sp>
      <p:sp>
        <p:nvSpPr>
          <p:cNvPr id="20" name="Text Box 19"/>
          <p:cNvSpPr txBox="1">
            <a:spLocks noGrp="1"/>
          </p:cNvSpPr>
          <p:nvPr/>
        </p:nvSpPr>
        <p:spPr>
          <a:xfrm>
            <a:off x="9588500" y="1676400"/>
            <a:ext cx="1651000" cy="6096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ctr" defTabSz="914400"/>
          </a:lstStyle>
          <a:p>
            <a:pPr algn="ctr" defTabSz="914400">
              <a:lnSpc>
                <a:spcPct val="100000"/>
              </a:lnSpc>
            </a:pPr>
            <a:r>
              <a:rPr sz="1300" b="1" i="0" u="none" strike="noStrike" spc="0">
                <a:solidFill>
                  <a:srgbClr val="FFFFFF"/>
                </a:solidFill>
                <a:latin typeface="PingFang SC Regular" panose="020B0400000000000000" charset="-122"/>
                <a:ea typeface="PingFang SC Regular" panose="020B0400000000000000" charset="-122"/>
                <a:cs typeface="Noto Sans SC"/>
                <a:sym typeface="Noto Sans SC"/>
              </a:rPr>
              <a:t>双看板</a:t>
            </a:r>
            <a:endParaRPr sz="1300" b="1" i="0" u="none" strike="noStrike" spc="0">
              <a:solidFill>
                <a:srgbClr val="FFFFFF"/>
              </a:solidFill>
              <a:latin typeface="PingFang SC Regular" panose="020B0400000000000000" charset="-122"/>
              <a:ea typeface="PingFang SC Regular" panose="020B0400000000000000" charset="-122"/>
              <a:cs typeface="Noto Sans SC"/>
              <a:sym typeface="Noto Sans SC"/>
            </a:endParaRPr>
          </a:p>
        </p:txBody>
      </p:sp>
      <p:cxnSp>
        <p:nvCxnSpPr>
          <p:cNvPr id="21" name="Connector"/>
          <p:cNvCxnSpPr/>
          <p:nvPr/>
        </p:nvCxnSpPr>
        <p:spPr>
          <a:xfrm rot="-4093">
            <a:off x="762004" y="2609851"/>
            <a:ext cx="10668000" cy="12700"/>
          </a:xfrm>
          <a:prstGeom prst="straightConnector1">
            <a:avLst/>
          </a:prstGeom>
          <a:solidFill>
            <a:srgbClr val="DEE0E3"/>
          </a:solidFill>
          <a:ln w="12700" cap="flat" cmpd="sng">
            <a:solidFill>
              <a:srgbClr val="E2E8F0"/>
            </a:solidFill>
            <a:round/>
          </a:ln>
        </p:spPr>
      </p:cxnSp>
      <p:sp>
        <p:nvSpPr>
          <p:cNvPr id="22" name="Auto Shape 21"/>
          <p:cNvSpPr>
            <a:spLocks noGrp="1"/>
          </p:cNvSpPr>
          <p:nvPr/>
        </p:nvSpPr>
        <p:spPr>
          <a:xfrm>
            <a:off x="762000" y="2794000"/>
            <a:ext cx="1219200" cy="304800"/>
          </a:xfrm>
          <a:prstGeom prst="roundRect">
            <a:avLst>
              <a:gd name="adj" fmla="val 0"/>
            </a:avLst>
          </a:prstGeom>
          <a:solidFill>
            <a:srgbClr val="DBEAFE"/>
          </a:solidFill>
          <a:ln w="25400" cap="flat" cmpd="sng">
            <a:noFill/>
            <a:round/>
          </a:ln>
        </p:spPr>
        <p:txBody>
          <a:bodyPr vert="horz" wrap="square" lIns="63500" tIns="63500" rIns="63500" bIns="63500" rtlCol="0" anchor="ctr" anchorCtr="0">
            <a:noAutofit/>
          </a:bodyPr>
          <a:lstStyle>
            <a:lvl1pPr algn="ctr" defTabSz="914400">
              <a:lnSpc>
                <a:spcPct val="100000"/>
              </a:lnSpc>
              <a:buNone/>
              <a:defRPr sz="1600">
                <a:solidFill>
                  <a:srgbClr val="1F2329"/>
                </a:solidFill>
                <a:latin typeface="Noto Sans SC"/>
              </a:defRPr>
            </a:lvl1pPr>
          </a:lstStyle>
          <a:p>
            <a:pPr algn="ctr"/>
            <a:endParaRPr>
              <a:latin typeface="PingFang SC Regular" panose="020B0400000000000000" charset="-122"/>
              <a:ea typeface="PingFang SC Regular" panose="020B0400000000000000" charset="-122"/>
            </a:endParaRPr>
          </a:p>
        </p:txBody>
      </p:sp>
      <p:sp>
        <p:nvSpPr>
          <p:cNvPr id="23" name="Text Box 22"/>
          <p:cNvSpPr txBox="1">
            <a:spLocks noGrp="1"/>
          </p:cNvSpPr>
          <p:nvPr/>
        </p:nvSpPr>
        <p:spPr>
          <a:xfrm>
            <a:off x="762000" y="2819400"/>
            <a:ext cx="1219200" cy="2540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ctr" defTabSz="914400"/>
          </a:lstStyle>
          <a:p>
            <a:pPr algn="ctr" defTabSz="914400">
              <a:lnSpc>
                <a:spcPct val="100000"/>
              </a:lnSpc>
            </a:pPr>
            <a:r>
              <a:rPr sz="1100" b="1" i="0" u="none" strike="noStrike" spc="100">
                <a:solidFill>
                  <a:srgbClr val="2563EB"/>
                </a:solidFill>
                <a:latin typeface="PingFang SC Regular" panose="020B0400000000000000" charset="-122"/>
                <a:ea typeface="PingFang SC Regular" panose="020B0400000000000000" charset="-122"/>
                <a:cs typeface="Noto Sans SC"/>
                <a:sym typeface="Noto Sans SC"/>
              </a:rPr>
              <a:t>各环节要点</a:t>
            </a:r>
            <a:endParaRPr sz="1100" b="1" i="0" u="none" strike="noStrike" spc="100">
              <a:solidFill>
                <a:srgbClr val="2563EB"/>
              </a:solidFill>
              <a:latin typeface="PingFang SC Regular" panose="020B0400000000000000" charset="-122"/>
              <a:ea typeface="PingFang SC Regular" panose="020B0400000000000000" charset="-122"/>
              <a:cs typeface="Noto Sans SC"/>
              <a:sym typeface="Noto Sans SC"/>
            </a:endParaRPr>
          </a:p>
        </p:txBody>
      </p:sp>
      <p:sp>
        <p:nvSpPr>
          <p:cNvPr id="24" name="Auto Shape 23"/>
          <p:cNvSpPr>
            <a:spLocks noGrp="1"/>
          </p:cNvSpPr>
          <p:nvPr/>
        </p:nvSpPr>
        <p:spPr>
          <a:xfrm>
            <a:off x="762000" y="3225800"/>
            <a:ext cx="4953000" cy="1329055"/>
          </a:xfrm>
          <a:prstGeom prst="roundRect">
            <a:avLst>
              <a:gd name="adj" fmla="val 3810"/>
            </a:avLst>
          </a:prstGeom>
          <a:solidFill>
            <a:srgbClr val="F1F5F9"/>
          </a:solidFill>
          <a:ln w="25400" cap="flat" cmpd="sng">
            <a:noFill/>
            <a:round/>
          </a:ln>
          <a:effectLst>
            <a:outerShdw blurRad="101600" dist="38100" dir="5400000" algn="tl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 anchorCtr="0">
            <a:noAutofit/>
          </a:bodyPr>
          <a:lstStyle>
            <a:lvl1pPr algn="ctr" defTabSz="914400">
              <a:lnSpc>
                <a:spcPct val="100000"/>
              </a:lnSpc>
              <a:buNone/>
              <a:defRPr sz="1600">
                <a:solidFill>
                  <a:srgbClr val="1F2329"/>
                </a:solidFill>
                <a:latin typeface="Noto Sans SC"/>
              </a:defRPr>
            </a:lvl1pPr>
          </a:lstStyle>
          <a:p>
            <a:pPr algn="ctr"/>
            <a:endParaRPr>
              <a:latin typeface="PingFang SC Regular" panose="020B0400000000000000" charset="-122"/>
              <a:ea typeface="PingFang SC Regular" panose="020B0400000000000000" charset="-122"/>
            </a:endParaRPr>
          </a:p>
        </p:txBody>
      </p:sp>
      <p:sp>
        <p:nvSpPr>
          <p:cNvPr id="25" name="Text Box 24"/>
          <p:cNvSpPr txBox="1">
            <a:spLocks noGrp="1"/>
          </p:cNvSpPr>
          <p:nvPr/>
        </p:nvSpPr>
        <p:spPr>
          <a:xfrm>
            <a:off x="990600" y="3403600"/>
            <a:ext cx="4495800" cy="114554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 defTabSz="914400"/>
          </a:lstStyle>
          <a:p>
            <a:pPr algn="l" defTabSz="914400">
              <a:lnSpc>
                <a:spcPct val="142000"/>
              </a:lnSpc>
            </a:pPr>
            <a:r>
              <a:rPr sz="1200" b="1" i="0" u="none" strike="noStrike" spc="0">
                <a:solidFill>
                  <a:srgbClr val="0F2D55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Noto Sans SC"/>
              </a:rPr>
              <a:t>目标设定：</a:t>
            </a:r>
            <a:r>
              <a:rPr sz="1200" b="0" i="0" u="none" strike="noStrike" spc="0">
                <a:solidFill>
                  <a:srgbClr val="465667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Noto Sans SC"/>
              </a:rPr>
              <a:t>园区 8 项 / 国企 5 项指标模板绑定，年度 / 季度切换，批量下发，版本可回滚</a:t>
            </a:r>
            <a:endParaRPr sz="1200" b="0" i="0" u="none" strike="noStrike" spc="0">
              <a:solidFill>
                <a:srgbClr val="465667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  <a:sym typeface="Noto Sans SC"/>
            </a:endParaRPr>
          </a:p>
          <a:p>
            <a:pPr algn="l" defTabSz="914400">
              <a:lnSpc>
                <a:spcPct val="142000"/>
              </a:lnSpc>
            </a:pPr>
            <a:r>
              <a:rPr sz="1200" b="1" i="0" u="none" strike="noStrike" spc="0">
                <a:solidFill>
                  <a:srgbClr val="0F2D55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Noto Sans SC"/>
              </a:rPr>
              <a:t>台账填报：</a:t>
            </a:r>
            <a:r>
              <a:rPr sz="1200" b="0" i="0" u="none" strike="noStrike" spc="0">
                <a:solidFill>
                  <a:srgbClr val="465667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Noto Sans SC"/>
              </a:rPr>
              <a:t>见商 / 出差、招商活动一事一记，佐证材料附件上传</a:t>
            </a:r>
            <a:endParaRPr sz="1200" b="0" i="0" u="none" strike="noStrike" spc="0">
              <a:solidFill>
                <a:srgbClr val="465667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  <a:sym typeface="Noto Sans SC"/>
            </a:endParaRPr>
          </a:p>
          <a:p>
            <a:pPr algn="l" defTabSz="914400">
              <a:lnSpc>
                <a:spcPct val="142000"/>
              </a:lnSpc>
            </a:pPr>
            <a:r>
              <a:rPr sz="1200" b="1" i="0" u="none" strike="noStrike" spc="0">
                <a:solidFill>
                  <a:srgbClr val="0F2D55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Noto Sans SC"/>
              </a:rPr>
              <a:t>审核累计：</a:t>
            </a:r>
            <a:r>
              <a:rPr lang="zh-CN" sz="1200" b="0" i="0" u="none" strike="noStrike" spc="0">
                <a:solidFill>
                  <a:srgbClr val="465667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Noto Sans SC"/>
              </a:rPr>
              <a:t>审核</a:t>
            </a:r>
            <a:r>
              <a:rPr sz="1200" b="0" i="0" u="none" strike="noStrike" spc="0">
                <a:solidFill>
                  <a:srgbClr val="465667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Noto Sans SC"/>
              </a:rPr>
              <a:t>（局办公室），通过自动计入指标，全程留痕</a:t>
            </a:r>
            <a:endParaRPr sz="1200" b="0" i="0" u="none" strike="noStrike" spc="0">
              <a:solidFill>
                <a:srgbClr val="465667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  <a:sym typeface="Noto Sans SC"/>
            </a:endParaRPr>
          </a:p>
          <a:p>
            <a:pPr algn="l" defTabSz="914400">
              <a:lnSpc>
                <a:spcPct val="142000"/>
              </a:lnSpc>
            </a:pPr>
            <a:endParaRPr sz="1200" b="0" i="0" u="none" strike="noStrike" spc="0">
              <a:solidFill>
                <a:srgbClr val="465667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  <a:sym typeface="Noto Sans SC"/>
            </a:endParaRPr>
          </a:p>
        </p:txBody>
      </p:sp>
      <p:sp>
        <p:nvSpPr>
          <p:cNvPr id="26" name="Auto Shape 25"/>
          <p:cNvSpPr>
            <a:spLocks noGrp="1"/>
          </p:cNvSpPr>
          <p:nvPr/>
        </p:nvSpPr>
        <p:spPr>
          <a:xfrm>
            <a:off x="715645" y="4707255"/>
            <a:ext cx="1905000" cy="304800"/>
          </a:xfrm>
          <a:prstGeom prst="roundRect">
            <a:avLst>
              <a:gd name="adj" fmla="val 0"/>
            </a:avLst>
          </a:prstGeom>
          <a:solidFill>
            <a:srgbClr val="2563EB"/>
          </a:solidFill>
          <a:ln w="25400" cap="flat" cmpd="sng">
            <a:noFill/>
            <a:round/>
          </a:ln>
        </p:spPr>
        <p:txBody>
          <a:bodyPr vert="horz" wrap="square" lIns="63500" tIns="63500" rIns="63500" bIns="63500" rtlCol="0" anchor="ctr" anchorCtr="0">
            <a:noAutofit/>
          </a:bodyPr>
          <a:lstStyle>
            <a:lvl1pPr algn="ctr" defTabSz="914400">
              <a:lnSpc>
                <a:spcPct val="100000"/>
              </a:lnSpc>
              <a:buNone/>
              <a:defRPr sz="1600">
                <a:solidFill>
                  <a:srgbClr val="1F2329"/>
                </a:solidFill>
                <a:latin typeface="Noto Sans SC"/>
              </a:defRPr>
            </a:lvl1pPr>
          </a:lstStyle>
          <a:p>
            <a:pPr algn="ctr"/>
            <a:endParaRPr>
              <a:latin typeface="PingFang SC Regular" panose="020B0400000000000000" charset="-122"/>
              <a:ea typeface="PingFang SC Regular" panose="020B0400000000000000" charset="-122"/>
            </a:endParaRPr>
          </a:p>
        </p:txBody>
      </p:sp>
      <p:sp>
        <p:nvSpPr>
          <p:cNvPr id="27" name="Text Box 26"/>
          <p:cNvSpPr txBox="1">
            <a:spLocks noGrp="1"/>
          </p:cNvSpPr>
          <p:nvPr/>
        </p:nvSpPr>
        <p:spPr>
          <a:xfrm>
            <a:off x="715645" y="4732655"/>
            <a:ext cx="1905000" cy="2540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ctr" defTabSz="914400"/>
          </a:lstStyle>
          <a:p>
            <a:pPr algn="ctr" defTabSz="914400">
              <a:lnSpc>
                <a:spcPct val="100000"/>
              </a:lnSpc>
            </a:pPr>
            <a:r>
              <a:rPr sz="1100" b="1" i="0" u="none" strike="noStrike" spc="100">
                <a:solidFill>
                  <a:srgbClr val="FFFFFF"/>
                </a:solidFill>
                <a:latin typeface="PingFang SC Regular" panose="020B0400000000000000" charset="-122"/>
                <a:ea typeface="PingFang SC Regular" panose="020B0400000000000000" charset="-122"/>
                <a:cs typeface="Noto Sans SC"/>
                <a:sym typeface="Noto Sans SC"/>
              </a:rPr>
              <a:t>核心亮点：指标不重填</a:t>
            </a:r>
            <a:endParaRPr sz="1100" b="1" i="0" u="none" strike="noStrike" spc="100">
              <a:solidFill>
                <a:srgbClr val="FFFFFF"/>
              </a:solidFill>
              <a:latin typeface="PingFang SC Regular" panose="020B0400000000000000" charset="-122"/>
              <a:ea typeface="PingFang SC Regular" panose="020B0400000000000000" charset="-122"/>
              <a:cs typeface="Noto Sans SC"/>
              <a:sym typeface="Noto Sans SC"/>
            </a:endParaRPr>
          </a:p>
        </p:txBody>
      </p:sp>
      <p:sp>
        <p:nvSpPr>
          <p:cNvPr id="28" name="Auto Shape 27"/>
          <p:cNvSpPr>
            <a:spLocks noGrp="1"/>
          </p:cNvSpPr>
          <p:nvPr/>
        </p:nvSpPr>
        <p:spPr>
          <a:xfrm>
            <a:off x="715645" y="5139055"/>
            <a:ext cx="4998720" cy="1440815"/>
          </a:xfrm>
          <a:prstGeom prst="roundRect">
            <a:avLst>
              <a:gd name="adj" fmla="val 3810"/>
            </a:avLst>
          </a:prstGeom>
          <a:solidFill>
            <a:srgbClr val="DBEAFE"/>
          </a:solidFill>
          <a:ln w="25400" cap="flat" cmpd="sng">
            <a:noFill/>
            <a:round/>
          </a:ln>
          <a:effectLst>
            <a:outerShdw blurRad="101600" dist="38100" dir="5400000" algn="tl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 anchorCtr="0">
            <a:noAutofit/>
          </a:bodyPr>
          <a:lstStyle>
            <a:lvl1pPr algn="ctr" defTabSz="914400">
              <a:lnSpc>
                <a:spcPct val="100000"/>
              </a:lnSpc>
              <a:buNone/>
              <a:defRPr sz="1600">
                <a:solidFill>
                  <a:srgbClr val="1F2329"/>
                </a:solidFill>
                <a:latin typeface="Noto Sans SC"/>
              </a:defRPr>
            </a:lvl1pPr>
          </a:lstStyle>
          <a:p>
            <a:pPr algn="ctr"/>
            <a:endParaRPr>
              <a:latin typeface="PingFang SC Regular" panose="020B0400000000000000" charset="-122"/>
              <a:ea typeface="PingFang SC Regular" panose="020B0400000000000000" charset="-122"/>
            </a:endParaRPr>
          </a:p>
        </p:txBody>
      </p:sp>
      <p:sp>
        <p:nvSpPr>
          <p:cNvPr id="29" name="Text Box 28"/>
          <p:cNvSpPr txBox="1">
            <a:spLocks noGrp="1"/>
          </p:cNvSpPr>
          <p:nvPr/>
        </p:nvSpPr>
        <p:spPr>
          <a:xfrm>
            <a:off x="969645" y="5260975"/>
            <a:ext cx="4318000" cy="114554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 defTabSz="914400"/>
          </a:lstStyle>
          <a:p>
            <a:pPr algn="l" defTabSz="914400">
              <a:lnSpc>
                <a:spcPct val="150000"/>
              </a:lnSpc>
            </a:pPr>
            <a:r>
              <a:rPr sz="1400" b="1" i="0" u="none" strike="noStrike" spc="0">
                <a:solidFill>
                  <a:srgbClr val="0F2D55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Noto Sans SC"/>
              </a:rPr>
              <a:t>全周期系统自动同步，考核不用重复填</a:t>
            </a:r>
            <a:endParaRPr sz="1400" b="1" i="0" u="none" strike="noStrike" spc="0">
              <a:solidFill>
                <a:srgbClr val="0F2D55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  <a:sym typeface="Noto Sans SC"/>
            </a:endParaRPr>
          </a:p>
          <a:p>
            <a:pPr algn="l" defTabSz="914400">
              <a:lnSpc>
                <a:spcPct val="150000"/>
              </a:lnSpc>
            </a:pPr>
            <a:r>
              <a:rPr sz="1200" b="0" i="0" u="none" strike="noStrike" spc="0">
                <a:solidFill>
                  <a:srgbClr val="465667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Noto Sans SC"/>
              </a:rPr>
              <a:t>签约金额：项目进入签约阶段自动累加</a:t>
            </a:r>
            <a:endParaRPr sz="1200" b="0" i="0" u="none" strike="noStrike" spc="0">
              <a:solidFill>
                <a:srgbClr val="465667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  <a:sym typeface="Noto Sans SC"/>
            </a:endParaRPr>
          </a:p>
          <a:p>
            <a:pPr algn="l" defTabSz="914400">
              <a:lnSpc>
                <a:spcPct val="150000"/>
              </a:lnSpc>
            </a:pPr>
            <a:r>
              <a:rPr sz="1200" b="0" i="0" u="none" strike="noStrike" spc="0">
                <a:solidFill>
                  <a:srgbClr val="465667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Noto Sans SC"/>
              </a:rPr>
              <a:t>开工：落地数据自动同步归集</a:t>
            </a:r>
            <a:endParaRPr sz="1200" b="0" i="0" u="none" strike="noStrike" spc="0">
              <a:solidFill>
                <a:srgbClr val="465667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  <a:sym typeface="Noto Sans SC"/>
            </a:endParaRPr>
          </a:p>
          <a:p>
            <a:pPr algn="l" defTabSz="914400">
              <a:lnSpc>
                <a:spcPct val="150000"/>
              </a:lnSpc>
            </a:pPr>
            <a:r>
              <a:rPr sz="1200" b="0" i="0" u="none" strike="noStrike" spc="0">
                <a:solidFill>
                  <a:srgbClr val="465667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Noto Sans SC"/>
              </a:rPr>
              <a:t>国企尽调 / 认缴 / 出资：关联数据自动同步</a:t>
            </a:r>
            <a:endParaRPr sz="1200" b="0" i="0" u="none" strike="noStrike" spc="0">
              <a:solidFill>
                <a:srgbClr val="465667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  <a:sym typeface="Noto Sans SC"/>
            </a:endParaRPr>
          </a:p>
        </p:txBody>
      </p:sp>
      <p:sp>
        <p:nvSpPr>
          <p:cNvPr id="31" name="梯形 30"/>
          <p:cNvSpPr/>
          <p:nvPr/>
        </p:nvSpPr>
        <p:spPr>
          <a:xfrm rot="5400000">
            <a:off x="4152900" y="4800600"/>
            <a:ext cx="3378200" cy="254000"/>
          </a:xfrm>
          <a:prstGeom prst="trapezoid">
            <a:avLst>
              <a:gd name="adj" fmla="val 74000"/>
            </a:avLst>
          </a:prstGeom>
        </p:spPr>
        <p:style>
          <a:lnRef idx="0">
            <a:srgbClr val="FFFFFF"/>
          </a:lnRef>
          <a:fillRef idx="1">
            <a:schemeClr val="accent4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0" name="文本框 29" descr="p4_perf"/>
          <p:cNvPicPr>
            <a:picLocks noChangeAspect="1"/>
          </p:cNvPicPr>
          <p:nvPr/>
        </p:nvPicPr>
        <p:blipFill>
          <a:blip r:embed="rId2"/>
          <a:srcRect l="15495" t="8966"/>
          <a:stretch>
            <a:fillRect/>
          </a:stretch>
        </p:blipFill>
        <p:spPr>
          <a:xfrm>
            <a:off x="5969000" y="3463925"/>
            <a:ext cx="5826760" cy="2894965"/>
          </a:xfrm>
          <a:prstGeom prst="rect">
            <a:avLst/>
          </a:prstGeom>
          <a:noFill/>
          <a:ln w="12700" cap="flat" cmpd="sng">
            <a:noFill/>
            <a:rou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 Shape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25400" cap="flat" cmpd="sng">
            <a:noFill/>
            <a:round/>
          </a:ln>
        </p:spPr>
        <p:txBody>
          <a:bodyPr vert="horz" wrap="square" lIns="63500" tIns="63500" rIns="63500" bIns="63500" rtlCol="0" anchor="ctr">
            <a:noAutofit/>
          </a:bodyPr>
          <a:lstStyle>
            <a:lvl1pPr>
              <a:buNone/>
            </a:lvl1pPr>
          </a:lstStyle>
          <a:p>
            <a:pPr algn="ctr"/>
            <a:endParaRPr>
              <a:latin typeface="PingFang SC Regular" panose="020B0400000000000000" charset="-122"/>
              <a:ea typeface="PingFang SC Regular" panose="020B0400000000000000" charset="-122"/>
            </a:endParaRPr>
          </a:p>
        </p:txBody>
      </p:sp>
      <p:sp>
        <p:nvSpPr>
          <p:cNvPr id="3" name="Auto Shape 2"/>
          <p:cNvSpPr>
            <a:spLocks noGrp="1"/>
          </p:cNvSpPr>
          <p:nvPr/>
        </p:nvSpPr>
        <p:spPr>
          <a:xfrm>
            <a:off x="648434" y="512541"/>
            <a:ext cx="67057" cy="245393"/>
          </a:xfrm>
          <a:prstGeom prst="roundRect">
            <a:avLst>
              <a:gd name="adj" fmla="val 0"/>
            </a:avLst>
          </a:prstGeom>
          <a:solidFill>
            <a:srgbClr val="4472C4"/>
          </a:solidFill>
          <a:ln w="25400" cap="flat" cmpd="sng">
            <a:noFill/>
            <a:round/>
          </a:ln>
        </p:spPr>
        <p:txBody>
          <a:bodyPr vert="horz" wrap="square" lIns="91440" tIns="45720" rIns="91440" bIns="45720" rtlCol="0" anchor="ctr" anchorCtr="0">
            <a:noAutofit/>
          </a:bodyPr>
          <a:lstStyle>
            <a:lvl1pPr algn="ctr" defTabSz="247015">
              <a:lnSpc>
                <a:spcPct val="100000"/>
              </a:lnSpc>
              <a:buNone/>
              <a:defRPr sz="1600">
                <a:solidFill>
                  <a:srgbClr val="1F2329"/>
                </a:solidFill>
                <a:latin typeface="Noto Sans SC"/>
              </a:defRPr>
            </a:lvl1pPr>
          </a:lstStyle>
          <a:p>
            <a:pPr algn="ctr"/>
            <a:endParaRPr>
              <a:latin typeface="PingFang SC Regular" panose="020B0400000000000000" charset="-122"/>
              <a:ea typeface="PingFang SC Regular" panose="020B0400000000000000" charset="-122"/>
            </a:endParaRPr>
          </a:p>
        </p:txBody>
      </p:sp>
      <p:sp>
        <p:nvSpPr>
          <p:cNvPr id="4" name="Auto Shape 3"/>
          <p:cNvSpPr>
            <a:spLocks noGrp="1"/>
          </p:cNvSpPr>
          <p:nvPr/>
        </p:nvSpPr>
        <p:spPr>
          <a:xfrm>
            <a:off x="648434" y="736371"/>
            <a:ext cx="67057" cy="126090"/>
          </a:xfrm>
          <a:prstGeom prst="roundRect">
            <a:avLst>
              <a:gd name="adj" fmla="val 0"/>
            </a:avLst>
          </a:prstGeom>
          <a:solidFill>
            <a:srgbClr val="ED7D31"/>
          </a:solidFill>
          <a:ln w="25400" cap="flat" cmpd="sng">
            <a:noFill/>
            <a:round/>
          </a:ln>
        </p:spPr>
        <p:txBody>
          <a:bodyPr vert="horz" wrap="square" lIns="91440" tIns="45720" rIns="91440" bIns="45720" rtlCol="0" anchor="ctr" anchorCtr="0">
            <a:noAutofit/>
          </a:bodyPr>
          <a:lstStyle>
            <a:lvl1pPr algn="ctr" defTabSz="247015">
              <a:lnSpc>
                <a:spcPct val="100000"/>
              </a:lnSpc>
              <a:buNone/>
              <a:defRPr sz="1600">
                <a:solidFill>
                  <a:srgbClr val="1F2329"/>
                </a:solidFill>
                <a:latin typeface="Noto Sans SC"/>
              </a:defRPr>
            </a:lvl1pPr>
          </a:lstStyle>
          <a:p>
            <a:pPr algn="ctr"/>
            <a:endParaRPr>
              <a:latin typeface="PingFang SC Regular" panose="020B0400000000000000" charset="-122"/>
              <a:ea typeface="PingFang SC Regular" panose="020B0400000000000000" charset="-122"/>
            </a:endParaRPr>
          </a:p>
        </p:txBody>
      </p:sp>
      <p:pic>
        <p:nvPicPr>
          <p:cNvPr id="5" name="Picture 4"/>
          <p:cNvPicPr/>
          <p:nvPr/>
        </p:nvPicPr>
        <p:blipFill>
          <a:blip r:embed="rId1"/>
          <a:srcRect/>
          <a:stretch>
            <a:fillRect/>
          </a:stretch>
        </p:blipFill>
        <p:spPr>
          <a:xfrm>
            <a:off x="9995610" y="475655"/>
            <a:ext cx="1544013" cy="378120"/>
          </a:xfrm>
          <a:prstGeom prst="rect">
            <a:avLst/>
          </a:prstGeom>
          <a:noFill/>
          <a:ln w="25400" cap="flat" cmpd="sng">
            <a:noFill/>
            <a:round/>
          </a:ln>
        </p:spPr>
      </p:pic>
      <p:sp>
        <p:nvSpPr>
          <p:cNvPr id="6" name="Text Box 5"/>
          <p:cNvSpPr txBox="1">
            <a:spLocks noGrp="1"/>
          </p:cNvSpPr>
          <p:nvPr/>
        </p:nvSpPr>
        <p:spPr>
          <a:xfrm>
            <a:off x="990600" y="381000"/>
            <a:ext cx="10414000" cy="5588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 defTabSz="914400"/>
          </a:lstStyle>
          <a:p>
            <a:pPr algn="l" defTabSz="914400">
              <a:lnSpc>
                <a:spcPct val="100000"/>
              </a:lnSpc>
            </a:pPr>
            <a:r>
              <a:rPr sz="2600" b="1" i="0" u="none" strike="noStrike" spc="0">
                <a:solidFill>
                  <a:srgbClr val="0F2D55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Noto Sans SC"/>
              </a:rPr>
              <a:t>核心场景③：AI 减负提效——判重、统计、</a:t>
            </a:r>
            <a:r>
              <a:rPr lang="zh-CN" sz="2600" b="1" i="0" u="none" strike="noStrike" spc="0">
                <a:solidFill>
                  <a:srgbClr val="0F2D55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Noto Sans SC"/>
              </a:rPr>
              <a:t>自动总结</a:t>
            </a:r>
            <a:endParaRPr lang="zh-CN" sz="2600" b="1" i="0" u="none" strike="noStrike" spc="0">
              <a:solidFill>
                <a:srgbClr val="0F2D55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  <a:sym typeface="Noto Sans SC"/>
            </a:endParaRPr>
          </a:p>
        </p:txBody>
      </p:sp>
      <p:cxnSp>
        <p:nvCxnSpPr>
          <p:cNvPr id="7" name="Connector"/>
          <p:cNvCxnSpPr/>
          <p:nvPr/>
        </p:nvCxnSpPr>
        <p:spPr>
          <a:xfrm rot="-4093">
            <a:off x="762004" y="1035051"/>
            <a:ext cx="10668000" cy="12700"/>
          </a:xfrm>
          <a:prstGeom prst="straightConnector1">
            <a:avLst/>
          </a:prstGeom>
          <a:solidFill>
            <a:srgbClr val="DEE0E3"/>
          </a:solidFill>
          <a:ln w="12700" cap="flat" cmpd="sng">
            <a:solidFill>
              <a:srgbClr val="E2E8F0"/>
            </a:solidFill>
            <a:round/>
          </a:ln>
        </p:spPr>
      </p:cxnSp>
      <p:sp>
        <p:nvSpPr>
          <p:cNvPr id="8" name="Auto Shape 7"/>
          <p:cNvSpPr>
            <a:spLocks noGrp="1"/>
          </p:cNvSpPr>
          <p:nvPr/>
        </p:nvSpPr>
        <p:spPr>
          <a:xfrm>
            <a:off x="762000" y="1524000"/>
            <a:ext cx="3302000" cy="4064000"/>
          </a:xfrm>
          <a:prstGeom prst="roundRect">
            <a:avLst>
              <a:gd name="adj" fmla="val 3077"/>
            </a:avLst>
          </a:prstGeom>
          <a:solidFill>
            <a:srgbClr val="F1F5F9"/>
          </a:solidFill>
          <a:ln w="25400" cap="flat" cmpd="sng">
            <a:noFill/>
            <a:round/>
          </a:ln>
          <a:effectLst>
            <a:outerShdw blurRad="101600" dist="38100" dir="5400000" algn="tl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 anchorCtr="0">
            <a:noAutofit/>
          </a:bodyPr>
          <a:lstStyle>
            <a:lvl1pPr algn="ctr" defTabSz="914400">
              <a:lnSpc>
                <a:spcPct val="100000"/>
              </a:lnSpc>
              <a:buNone/>
              <a:defRPr sz="1600">
                <a:solidFill>
                  <a:srgbClr val="1F2329"/>
                </a:solidFill>
                <a:latin typeface="Noto Sans SC"/>
              </a:defRPr>
            </a:lvl1pPr>
          </a:lstStyle>
          <a:p>
            <a:pPr algn="ctr"/>
            <a:endParaRPr>
              <a:latin typeface="PingFang SC Regular" panose="020B0400000000000000" charset="-122"/>
              <a:ea typeface="PingFang SC Regular" panose="020B0400000000000000" charset="-122"/>
            </a:endParaRPr>
          </a:p>
        </p:txBody>
      </p:sp>
      <p:sp>
        <p:nvSpPr>
          <p:cNvPr id="9" name="Auto Shape 8"/>
          <p:cNvSpPr>
            <a:spLocks noGrp="1"/>
          </p:cNvSpPr>
          <p:nvPr/>
        </p:nvSpPr>
        <p:spPr>
          <a:xfrm>
            <a:off x="762000" y="1524000"/>
            <a:ext cx="3302000" cy="50800"/>
          </a:xfrm>
          <a:prstGeom prst="roundRect">
            <a:avLst>
              <a:gd name="adj" fmla="val 0"/>
            </a:avLst>
          </a:prstGeom>
          <a:solidFill>
            <a:srgbClr val="2563EB"/>
          </a:solidFill>
          <a:ln w="25400" cap="flat" cmpd="sng">
            <a:noFill/>
            <a:round/>
          </a:ln>
        </p:spPr>
        <p:txBody>
          <a:bodyPr vert="horz" wrap="square" lIns="63500" tIns="63500" rIns="63500" bIns="63500" rtlCol="0" anchor="ctr" anchorCtr="0">
            <a:noAutofit/>
          </a:bodyPr>
          <a:lstStyle>
            <a:lvl1pPr algn="ctr" defTabSz="914400">
              <a:lnSpc>
                <a:spcPct val="100000"/>
              </a:lnSpc>
              <a:buNone/>
              <a:defRPr sz="1600">
                <a:solidFill>
                  <a:srgbClr val="1F2329"/>
                </a:solidFill>
                <a:latin typeface="Noto Sans SC"/>
              </a:defRPr>
            </a:lvl1pPr>
          </a:lstStyle>
          <a:p>
            <a:pPr algn="ctr"/>
            <a:endParaRPr>
              <a:latin typeface="PingFang SC Regular" panose="020B0400000000000000" charset="-122"/>
              <a:ea typeface="PingFang SC Regular" panose="020B0400000000000000" charset="-122"/>
            </a:endParaRPr>
          </a:p>
        </p:txBody>
      </p:sp>
      <p:sp>
        <p:nvSpPr>
          <p:cNvPr id="10" name="Text Box 9"/>
          <p:cNvSpPr txBox="1">
            <a:spLocks noGrp="1"/>
          </p:cNvSpPr>
          <p:nvPr/>
        </p:nvSpPr>
        <p:spPr>
          <a:xfrm>
            <a:off x="1066800" y="1879600"/>
            <a:ext cx="2692400" cy="4318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 defTabSz="914400"/>
          </a:lstStyle>
          <a:p>
            <a:pPr algn="l" defTabSz="914400">
              <a:lnSpc>
                <a:spcPct val="100000"/>
              </a:lnSpc>
            </a:pPr>
            <a:r>
              <a:rPr sz="1700" b="1" i="0" u="none" strike="noStrike" spc="0">
                <a:solidFill>
                  <a:srgbClr val="0F2D55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Noto Sans SC"/>
              </a:rPr>
              <a:t>AI 自动判重</a:t>
            </a:r>
            <a:endParaRPr sz="1700" b="1" i="0" u="none" strike="noStrike" spc="0">
              <a:solidFill>
                <a:srgbClr val="0F2D55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  <a:sym typeface="Noto Sans SC"/>
            </a:endParaRPr>
          </a:p>
        </p:txBody>
      </p:sp>
      <p:cxnSp>
        <p:nvCxnSpPr>
          <p:cNvPr id="11" name="Connector"/>
          <p:cNvCxnSpPr/>
          <p:nvPr/>
        </p:nvCxnSpPr>
        <p:spPr>
          <a:xfrm rot="-16216">
            <a:off x="1066815" y="2406653"/>
            <a:ext cx="2692400" cy="12700"/>
          </a:xfrm>
          <a:prstGeom prst="straightConnector1">
            <a:avLst/>
          </a:prstGeom>
          <a:solidFill>
            <a:srgbClr val="DEE0E3"/>
          </a:solidFill>
          <a:ln w="12700" cap="flat" cmpd="sng">
            <a:solidFill>
              <a:srgbClr val="E2E8F0"/>
            </a:solidFill>
            <a:round/>
          </a:ln>
        </p:spPr>
      </p:cxnSp>
      <p:sp>
        <p:nvSpPr>
          <p:cNvPr id="12" name="Text Box 11"/>
          <p:cNvSpPr txBox="1">
            <a:spLocks noGrp="1"/>
          </p:cNvSpPr>
          <p:nvPr/>
        </p:nvSpPr>
        <p:spPr>
          <a:xfrm>
            <a:off x="964565" y="3886200"/>
            <a:ext cx="2870835" cy="14351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 defTabSz="914400"/>
          </a:lstStyle>
          <a:p>
            <a:pPr marL="171450" indent="-171450" algn="l" defTabSz="9144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sz="1200" b="0" i="0" u="none" strike="noStrike" spc="0">
                <a:solidFill>
                  <a:srgbClr val="465667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Noto Sans SC"/>
              </a:rPr>
              <a:t>新增 / 编辑 / 导入全场景四级判重（L1 ~ L4）</a:t>
            </a:r>
            <a:endParaRPr sz="1200" b="0" i="0" u="none" strike="noStrike" spc="0">
              <a:solidFill>
                <a:srgbClr val="465667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  <a:sym typeface="Noto Sans SC"/>
            </a:endParaRPr>
          </a:p>
          <a:p>
            <a:pPr marL="171450" indent="-171450" algn="l" defTabSz="9144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sz="1200" b="0" i="0" u="none" strike="noStrike" spc="0">
                <a:solidFill>
                  <a:srgbClr val="465667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Noto Sans SC"/>
              </a:rPr>
              <a:t>手动场景实时预警，导入场景转研判池</a:t>
            </a:r>
            <a:endParaRPr sz="1200" b="0" i="0" u="none" strike="noStrike" spc="0">
              <a:solidFill>
                <a:srgbClr val="465667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  <a:sym typeface="Noto Sans SC"/>
            </a:endParaRPr>
          </a:p>
          <a:p>
            <a:pPr marL="171450" indent="-171450" algn="l" defTabSz="9144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sz="1200" b="0" i="0" u="none" strike="noStrike" spc="0">
                <a:solidFill>
                  <a:srgbClr val="465667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Noto Sans SC"/>
              </a:rPr>
              <a:t>疑似重复由投促局统一裁决</a:t>
            </a:r>
            <a:endParaRPr sz="1200" b="0" i="0" u="none" strike="noStrike" spc="0">
              <a:solidFill>
                <a:srgbClr val="465667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  <a:sym typeface="Noto Sans SC"/>
            </a:endParaRPr>
          </a:p>
          <a:p>
            <a:pPr marL="171450" indent="-171450" algn="l" defTabSz="9144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sz="1200" b="0" i="0" u="none" strike="noStrike" spc="0">
                <a:solidFill>
                  <a:srgbClr val="465667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Noto Sans SC"/>
              </a:rPr>
              <a:t>防止项目重复录入，数据口径统一可验</a:t>
            </a:r>
            <a:endParaRPr sz="1200" b="0" i="0" u="none" strike="noStrike" spc="0">
              <a:solidFill>
                <a:srgbClr val="465667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  <a:sym typeface="Noto Sans SC"/>
            </a:endParaRPr>
          </a:p>
        </p:txBody>
      </p:sp>
      <p:sp>
        <p:nvSpPr>
          <p:cNvPr id="13" name="Auto Shape 12"/>
          <p:cNvSpPr>
            <a:spLocks noGrp="1"/>
          </p:cNvSpPr>
          <p:nvPr/>
        </p:nvSpPr>
        <p:spPr>
          <a:xfrm>
            <a:off x="4445000" y="1524000"/>
            <a:ext cx="3302000" cy="4064000"/>
          </a:xfrm>
          <a:prstGeom prst="roundRect">
            <a:avLst>
              <a:gd name="adj" fmla="val 3077"/>
            </a:avLst>
          </a:prstGeom>
          <a:solidFill>
            <a:srgbClr val="F1F5F9"/>
          </a:solidFill>
          <a:ln w="25400" cap="flat" cmpd="sng">
            <a:noFill/>
            <a:round/>
          </a:ln>
          <a:effectLst>
            <a:outerShdw blurRad="101600" dist="38100" dir="5400000" algn="tl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 anchorCtr="0">
            <a:noAutofit/>
          </a:bodyPr>
          <a:lstStyle>
            <a:lvl1pPr algn="ctr" defTabSz="914400">
              <a:lnSpc>
                <a:spcPct val="100000"/>
              </a:lnSpc>
              <a:buNone/>
              <a:defRPr sz="1600">
                <a:solidFill>
                  <a:srgbClr val="1F2329"/>
                </a:solidFill>
                <a:latin typeface="Noto Sans SC"/>
              </a:defRPr>
            </a:lvl1pPr>
          </a:lstStyle>
          <a:p>
            <a:pPr algn="ctr"/>
            <a:endParaRPr>
              <a:latin typeface="PingFang SC Regular" panose="020B0400000000000000" charset="-122"/>
              <a:ea typeface="PingFang SC Regular" panose="020B0400000000000000" charset="-122"/>
            </a:endParaRPr>
          </a:p>
        </p:txBody>
      </p:sp>
      <p:sp>
        <p:nvSpPr>
          <p:cNvPr id="14" name="Auto Shape 13"/>
          <p:cNvSpPr>
            <a:spLocks noGrp="1"/>
          </p:cNvSpPr>
          <p:nvPr/>
        </p:nvSpPr>
        <p:spPr>
          <a:xfrm>
            <a:off x="4445000" y="1524000"/>
            <a:ext cx="3302000" cy="50800"/>
          </a:xfrm>
          <a:prstGeom prst="roundRect">
            <a:avLst>
              <a:gd name="adj" fmla="val 0"/>
            </a:avLst>
          </a:prstGeom>
          <a:solidFill>
            <a:srgbClr val="2563EB"/>
          </a:solidFill>
          <a:ln w="25400" cap="flat" cmpd="sng">
            <a:noFill/>
            <a:round/>
          </a:ln>
        </p:spPr>
        <p:txBody>
          <a:bodyPr vert="horz" wrap="square" lIns="63500" tIns="63500" rIns="63500" bIns="63500" rtlCol="0" anchor="ctr" anchorCtr="0">
            <a:noAutofit/>
          </a:bodyPr>
          <a:lstStyle>
            <a:lvl1pPr algn="ctr" defTabSz="914400">
              <a:lnSpc>
                <a:spcPct val="100000"/>
              </a:lnSpc>
              <a:buNone/>
              <a:defRPr sz="1600">
                <a:solidFill>
                  <a:srgbClr val="1F2329"/>
                </a:solidFill>
                <a:latin typeface="Noto Sans SC"/>
              </a:defRPr>
            </a:lvl1pPr>
          </a:lstStyle>
          <a:p>
            <a:pPr algn="ctr"/>
            <a:endParaRPr>
              <a:latin typeface="PingFang SC Regular" panose="020B0400000000000000" charset="-122"/>
              <a:ea typeface="PingFang SC Regular" panose="020B0400000000000000" charset="-122"/>
            </a:endParaRPr>
          </a:p>
        </p:txBody>
      </p:sp>
      <p:sp>
        <p:nvSpPr>
          <p:cNvPr id="15" name="Text Box 14"/>
          <p:cNvSpPr txBox="1">
            <a:spLocks noGrp="1"/>
          </p:cNvSpPr>
          <p:nvPr/>
        </p:nvSpPr>
        <p:spPr>
          <a:xfrm>
            <a:off x="4749800" y="1879600"/>
            <a:ext cx="2692400" cy="4318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 defTabSz="914400"/>
          </a:lstStyle>
          <a:p>
            <a:pPr algn="l" defTabSz="914400">
              <a:lnSpc>
                <a:spcPct val="100000"/>
              </a:lnSpc>
            </a:pPr>
            <a:r>
              <a:rPr sz="1700" b="1" i="0" u="none" strike="noStrike" spc="0">
                <a:solidFill>
                  <a:srgbClr val="0F2D55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Noto Sans SC"/>
              </a:rPr>
              <a:t>智能统计 + AI 报告</a:t>
            </a:r>
            <a:endParaRPr sz="1700" b="1" i="0" u="none" strike="noStrike" spc="0">
              <a:solidFill>
                <a:srgbClr val="0F2D55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  <a:sym typeface="Noto Sans SC"/>
            </a:endParaRPr>
          </a:p>
        </p:txBody>
      </p:sp>
      <p:cxnSp>
        <p:nvCxnSpPr>
          <p:cNvPr id="16" name="Connector"/>
          <p:cNvCxnSpPr/>
          <p:nvPr/>
        </p:nvCxnSpPr>
        <p:spPr>
          <a:xfrm rot="-16216">
            <a:off x="4749815" y="2406653"/>
            <a:ext cx="2692400" cy="12700"/>
          </a:xfrm>
          <a:prstGeom prst="straightConnector1">
            <a:avLst/>
          </a:prstGeom>
          <a:solidFill>
            <a:srgbClr val="DEE0E3"/>
          </a:solidFill>
          <a:ln w="12700" cap="flat" cmpd="sng">
            <a:solidFill>
              <a:srgbClr val="E2E8F0"/>
            </a:solidFill>
            <a:round/>
          </a:ln>
        </p:spPr>
      </p:cxnSp>
      <p:sp>
        <p:nvSpPr>
          <p:cNvPr id="17" name="Text Box 16"/>
          <p:cNvSpPr txBox="1">
            <a:spLocks noGrp="1"/>
          </p:cNvSpPr>
          <p:nvPr/>
        </p:nvSpPr>
        <p:spPr>
          <a:xfrm>
            <a:off x="4603115" y="3749040"/>
            <a:ext cx="2926080" cy="163576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 defTabSz="914400"/>
          </a:lstStyle>
          <a:p>
            <a:pPr marL="171450" indent="-171450" algn="l" defTabSz="9144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sz="1200" b="0" i="0" u="none" strike="noStrike" spc="0">
                <a:solidFill>
                  <a:srgbClr val="465667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Noto Sans SC"/>
              </a:rPr>
              <a:t>签约、落地、到位资金等指标实时计算</a:t>
            </a:r>
            <a:endParaRPr sz="1200" b="0" i="0" u="none" strike="noStrike" spc="0">
              <a:solidFill>
                <a:srgbClr val="465667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  <a:sym typeface="Noto Sans SC"/>
            </a:endParaRPr>
          </a:p>
          <a:p>
            <a:pPr marL="171450" indent="-171450" algn="l" defTabSz="9144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sz="1200" b="0" i="0" u="none" strike="noStrike" spc="0">
                <a:solidFill>
                  <a:srgbClr val="465667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Noto Sans SC"/>
              </a:rPr>
              <a:t>园区排名、明细导出，按主体区间联动</a:t>
            </a:r>
            <a:endParaRPr sz="1200" b="0" i="0" u="none" strike="noStrike" spc="0">
              <a:solidFill>
                <a:srgbClr val="465667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  <a:sym typeface="Noto Sans SC"/>
            </a:endParaRPr>
          </a:p>
          <a:p>
            <a:pPr marL="171450" indent="-171450" algn="l" defTabSz="9144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sz="1200" b="0" i="0" u="none" strike="noStrike" spc="0">
                <a:solidFill>
                  <a:srgbClr val="465667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Noto Sans SC"/>
              </a:rPr>
              <a:t>AI 将项目统计与考核统计合并</a:t>
            </a:r>
            <a:r>
              <a:rPr lang="zh-CN" sz="1200" b="0" i="0" u="none" strike="noStrike" spc="0">
                <a:solidFill>
                  <a:srgbClr val="465667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Noto Sans SC"/>
              </a:rPr>
              <a:t>，自动</a:t>
            </a:r>
            <a:r>
              <a:rPr sz="1200" b="0" i="0" u="none" strike="noStrike" spc="0">
                <a:solidFill>
                  <a:srgbClr val="465667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Noto Sans SC"/>
              </a:rPr>
              <a:t>生成报告</a:t>
            </a:r>
            <a:r>
              <a:rPr lang="zh-CN" sz="1200" b="0" i="0" u="none" strike="noStrike" spc="0">
                <a:solidFill>
                  <a:srgbClr val="465667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Noto Sans SC"/>
              </a:rPr>
              <a:t>，</a:t>
            </a:r>
            <a:r>
              <a:rPr lang="zh-CN" sz="1200" b="0" i="0" u="none" strike="noStrike" spc="0">
                <a:solidFill>
                  <a:srgbClr val="465667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Noto Sans SC"/>
              </a:rPr>
              <a:t>极大提升汇报</a:t>
            </a:r>
            <a:r>
              <a:rPr lang="zh-CN" sz="1200" b="0" i="0" u="none" strike="noStrike" spc="0">
                <a:solidFill>
                  <a:srgbClr val="465667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Noto Sans SC"/>
              </a:rPr>
              <a:t>效率</a:t>
            </a:r>
            <a:endParaRPr lang="zh-CN" sz="1200" b="0" i="0" u="none" strike="noStrike" spc="0">
              <a:solidFill>
                <a:srgbClr val="465667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  <a:sym typeface="Noto Sans SC"/>
            </a:endParaRPr>
          </a:p>
        </p:txBody>
      </p:sp>
      <p:sp>
        <p:nvSpPr>
          <p:cNvPr id="18" name="Auto Shape 17"/>
          <p:cNvSpPr>
            <a:spLocks noGrp="1"/>
          </p:cNvSpPr>
          <p:nvPr/>
        </p:nvSpPr>
        <p:spPr>
          <a:xfrm>
            <a:off x="8128000" y="1524000"/>
            <a:ext cx="3302000" cy="4064000"/>
          </a:xfrm>
          <a:prstGeom prst="roundRect">
            <a:avLst>
              <a:gd name="adj" fmla="val 3077"/>
            </a:avLst>
          </a:prstGeom>
          <a:solidFill>
            <a:srgbClr val="F1F5F9"/>
          </a:solidFill>
          <a:ln w="25400" cap="flat" cmpd="sng">
            <a:noFill/>
            <a:round/>
          </a:ln>
          <a:effectLst>
            <a:outerShdw blurRad="101600" dist="38100" dir="5400000" algn="tl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 anchorCtr="0">
            <a:noAutofit/>
          </a:bodyPr>
          <a:lstStyle>
            <a:lvl1pPr algn="ctr" defTabSz="914400">
              <a:lnSpc>
                <a:spcPct val="100000"/>
              </a:lnSpc>
              <a:buNone/>
              <a:defRPr sz="1600">
                <a:solidFill>
                  <a:srgbClr val="1F2329"/>
                </a:solidFill>
                <a:latin typeface="Noto Sans SC"/>
              </a:defRPr>
            </a:lvl1pPr>
          </a:lstStyle>
          <a:p>
            <a:pPr algn="ctr"/>
            <a:endParaRPr>
              <a:latin typeface="PingFang SC Regular" panose="020B0400000000000000" charset="-122"/>
              <a:ea typeface="PingFang SC Regular" panose="020B0400000000000000" charset="-122"/>
            </a:endParaRPr>
          </a:p>
        </p:txBody>
      </p:sp>
      <p:sp>
        <p:nvSpPr>
          <p:cNvPr id="19" name="Auto Shape 18"/>
          <p:cNvSpPr>
            <a:spLocks noGrp="1"/>
          </p:cNvSpPr>
          <p:nvPr/>
        </p:nvSpPr>
        <p:spPr>
          <a:xfrm>
            <a:off x="8128000" y="1524000"/>
            <a:ext cx="3302000" cy="50800"/>
          </a:xfrm>
          <a:prstGeom prst="roundRect">
            <a:avLst>
              <a:gd name="adj" fmla="val 0"/>
            </a:avLst>
          </a:prstGeom>
          <a:solidFill>
            <a:srgbClr val="2563EB"/>
          </a:solidFill>
          <a:ln w="25400" cap="flat" cmpd="sng">
            <a:noFill/>
            <a:round/>
          </a:ln>
        </p:spPr>
        <p:txBody>
          <a:bodyPr vert="horz" wrap="square" lIns="63500" tIns="63500" rIns="63500" bIns="63500" rtlCol="0" anchor="ctr" anchorCtr="0">
            <a:noAutofit/>
          </a:bodyPr>
          <a:lstStyle>
            <a:lvl1pPr algn="ctr" defTabSz="914400">
              <a:lnSpc>
                <a:spcPct val="100000"/>
              </a:lnSpc>
              <a:buNone/>
              <a:defRPr sz="1600">
                <a:solidFill>
                  <a:srgbClr val="1F2329"/>
                </a:solidFill>
                <a:latin typeface="Noto Sans SC"/>
              </a:defRPr>
            </a:lvl1pPr>
          </a:lstStyle>
          <a:p>
            <a:pPr algn="ctr"/>
            <a:endParaRPr>
              <a:latin typeface="PingFang SC Regular" panose="020B0400000000000000" charset="-122"/>
              <a:ea typeface="PingFang SC Regular" panose="020B0400000000000000" charset="-122"/>
            </a:endParaRPr>
          </a:p>
        </p:txBody>
      </p:sp>
      <p:sp>
        <p:nvSpPr>
          <p:cNvPr id="20" name="Text Box 19"/>
          <p:cNvSpPr txBox="1">
            <a:spLocks noGrp="1"/>
          </p:cNvSpPr>
          <p:nvPr/>
        </p:nvSpPr>
        <p:spPr>
          <a:xfrm>
            <a:off x="8432800" y="1879600"/>
            <a:ext cx="2692400" cy="4318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 defTabSz="914400"/>
          </a:lstStyle>
          <a:p>
            <a:pPr algn="l" defTabSz="914400">
              <a:lnSpc>
                <a:spcPct val="100000"/>
              </a:lnSpc>
            </a:pPr>
            <a:r>
              <a:rPr sz="1700" b="1" i="0" u="none" strike="noStrike" spc="0">
                <a:solidFill>
                  <a:srgbClr val="0F2D55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Noto Sans SC"/>
              </a:rPr>
              <a:t>AI 分析总结</a:t>
            </a:r>
            <a:endParaRPr sz="1700" b="1" i="0" u="none" strike="noStrike" spc="0">
              <a:solidFill>
                <a:srgbClr val="0F2D55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  <a:sym typeface="Noto Sans SC"/>
            </a:endParaRPr>
          </a:p>
        </p:txBody>
      </p:sp>
      <p:cxnSp>
        <p:nvCxnSpPr>
          <p:cNvPr id="21" name="Connector"/>
          <p:cNvCxnSpPr/>
          <p:nvPr/>
        </p:nvCxnSpPr>
        <p:spPr>
          <a:xfrm rot="-16216">
            <a:off x="8432815" y="2406653"/>
            <a:ext cx="2692400" cy="12700"/>
          </a:xfrm>
          <a:prstGeom prst="straightConnector1">
            <a:avLst/>
          </a:prstGeom>
          <a:solidFill>
            <a:srgbClr val="DEE0E3"/>
          </a:solidFill>
          <a:ln w="12700" cap="flat" cmpd="sng">
            <a:solidFill>
              <a:srgbClr val="E2E8F0"/>
            </a:solidFill>
            <a:round/>
          </a:ln>
        </p:spPr>
      </p:cxnSp>
      <p:sp>
        <p:nvSpPr>
          <p:cNvPr id="22" name="Text Box 21"/>
          <p:cNvSpPr txBox="1">
            <a:spLocks noGrp="1"/>
          </p:cNvSpPr>
          <p:nvPr/>
        </p:nvSpPr>
        <p:spPr>
          <a:xfrm>
            <a:off x="8303260" y="3971925"/>
            <a:ext cx="2821940" cy="1412875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 defTabSz="914400"/>
          </a:lstStyle>
          <a:p>
            <a:pPr marL="171450" indent="-171450" algn="l" defTabSz="9144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sz="1200" b="0" i="0" u="none" strike="noStrike" spc="0">
                <a:solidFill>
                  <a:srgbClr val="465667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Noto Sans SC"/>
              </a:rPr>
              <a:t>项目详情页 AI 月度进展摘要（四段式）</a:t>
            </a:r>
            <a:endParaRPr sz="1200" b="0" i="0" u="none" strike="noStrike" spc="0">
              <a:solidFill>
                <a:srgbClr val="465667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  <a:sym typeface="Noto Sans SC"/>
            </a:endParaRPr>
          </a:p>
          <a:p>
            <a:pPr marL="171450" indent="-171450" algn="l" defTabSz="9144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sz="1200" b="0" i="0" u="none" strike="noStrike" spc="0">
                <a:solidFill>
                  <a:srgbClr val="465667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Noto Sans SC"/>
              </a:rPr>
              <a:t>总体进展、重要节点、风险待协调、下一步建议</a:t>
            </a:r>
            <a:endParaRPr sz="1200" b="0" i="0" u="none" strike="noStrike" spc="0">
              <a:solidFill>
                <a:srgbClr val="465667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  <a:sym typeface="Noto Sans SC"/>
            </a:endParaRPr>
          </a:p>
          <a:p>
            <a:pPr marL="171450" indent="-171450" algn="l" defTabSz="9144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sz="1200" b="0" i="0" u="none" strike="noStrike" spc="0">
                <a:solidFill>
                  <a:srgbClr val="465667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Noto Sans SC"/>
              </a:rPr>
              <a:t>考核佐证材料 AI 自动解析文档内容</a:t>
            </a:r>
            <a:r>
              <a:rPr lang="zh-CN" sz="1200" b="0" i="0" u="none" strike="noStrike" spc="0">
                <a:solidFill>
                  <a:srgbClr val="465667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Noto Sans SC"/>
              </a:rPr>
              <a:t>，</a:t>
            </a:r>
            <a:r>
              <a:rPr sz="1200" b="0" i="0" u="none" strike="noStrike" spc="0">
                <a:solidFill>
                  <a:srgbClr val="465667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Noto Sans SC"/>
              </a:rPr>
              <a:t>供审核人员参考</a:t>
            </a:r>
            <a:endParaRPr sz="1200" b="0" i="0" u="none" strike="noStrike" spc="0">
              <a:solidFill>
                <a:srgbClr val="465667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  <a:sym typeface="Noto Sans SC"/>
            </a:endParaRPr>
          </a:p>
        </p:txBody>
      </p:sp>
      <p:cxnSp>
        <p:nvCxnSpPr>
          <p:cNvPr id="23" name="Connector"/>
          <p:cNvCxnSpPr/>
          <p:nvPr/>
        </p:nvCxnSpPr>
        <p:spPr>
          <a:xfrm rot="-4093">
            <a:off x="762004" y="5962651"/>
            <a:ext cx="10668000" cy="12700"/>
          </a:xfrm>
          <a:prstGeom prst="straightConnector1">
            <a:avLst/>
          </a:prstGeom>
          <a:solidFill>
            <a:srgbClr val="DEE0E3"/>
          </a:solidFill>
          <a:ln w="12700" cap="flat" cmpd="sng">
            <a:solidFill>
              <a:srgbClr val="E2E8F0"/>
            </a:solidFill>
            <a:round/>
          </a:ln>
        </p:spPr>
      </p:cxnSp>
      <p:sp>
        <p:nvSpPr>
          <p:cNvPr id="24" name="Text Box 23"/>
          <p:cNvSpPr txBox="1">
            <a:spLocks noGrp="1"/>
          </p:cNvSpPr>
          <p:nvPr/>
        </p:nvSpPr>
        <p:spPr>
          <a:xfrm>
            <a:off x="762000" y="6096000"/>
            <a:ext cx="10668000" cy="3556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ctr" defTabSz="914400"/>
          </a:lstStyle>
          <a:p>
            <a:pPr algn="ctr" defTabSz="914400">
              <a:lnSpc>
                <a:spcPct val="100000"/>
              </a:lnSpc>
            </a:pPr>
            <a:r>
              <a:rPr sz="1100" b="0" i="0" u="none" strike="noStrike" spc="0">
                <a:solidFill>
                  <a:srgbClr val="64748B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Noto Sans SC"/>
              </a:rPr>
              <a:t>站内信提醒为独立功能模块，覆盖任务分派、反馈催办、超期预警、审核结果等 9 类场景</a:t>
            </a:r>
            <a:endParaRPr sz="1100" b="0" i="0" u="none" strike="noStrike" spc="0">
              <a:solidFill>
                <a:srgbClr val="64748B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  <a:sym typeface="Noto Sans SC"/>
            </a:endParaRPr>
          </a:p>
        </p:txBody>
      </p:sp>
      <p:pic>
        <p:nvPicPr>
          <p:cNvPr id="25" name="图片 24" descr="p5_duplica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2312035"/>
            <a:ext cx="2871470" cy="1435735"/>
          </a:xfrm>
          <a:prstGeom prst="rect">
            <a:avLst/>
          </a:prstGeom>
        </p:spPr>
      </p:pic>
      <p:pic>
        <p:nvPicPr>
          <p:cNvPr id="26" name="图片 25" descr="p5_stats"/>
          <p:cNvPicPr>
            <a:picLocks noChangeAspect="1"/>
          </p:cNvPicPr>
          <p:nvPr/>
        </p:nvPicPr>
        <p:blipFill>
          <a:blip r:embed="rId3"/>
          <a:srcRect l="15406"/>
          <a:stretch>
            <a:fillRect/>
          </a:stretch>
        </p:blipFill>
        <p:spPr>
          <a:xfrm>
            <a:off x="4725670" y="2312035"/>
            <a:ext cx="2732405" cy="1483995"/>
          </a:xfrm>
          <a:prstGeom prst="rect">
            <a:avLst/>
          </a:prstGeom>
        </p:spPr>
      </p:pic>
      <p:pic>
        <p:nvPicPr>
          <p:cNvPr id="27" name="图片 26" descr="p5_ai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4545" y="2311400"/>
            <a:ext cx="2743835" cy="15481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 Shape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25400" cap="flat" cmpd="sng">
            <a:noFill/>
            <a:round/>
          </a:ln>
        </p:spPr>
        <p:txBody>
          <a:bodyPr vert="horz" wrap="square" lIns="63500" tIns="63500" rIns="63500" bIns="63500" rtlCol="0" anchor="ctr">
            <a:noAutofit/>
          </a:bodyPr>
          <a:lstStyle>
            <a:lvl1pPr>
              <a:buNone/>
            </a:lvl1pPr>
          </a:lstStyle>
          <a:p>
            <a:pPr algn="ctr"/>
            <a:endParaRPr>
              <a:latin typeface="PingFang SC Regular" panose="020B0400000000000000" charset="-122"/>
              <a:ea typeface="PingFang SC Regular" panose="020B0400000000000000" charset="-122"/>
            </a:endParaRPr>
          </a:p>
        </p:txBody>
      </p:sp>
      <p:sp>
        <p:nvSpPr>
          <p:cNvPr id="3" name="Auto Shape 2"/>
          <p:cNvSpPr>
            <a:spLocks noGrp="1"/>
          </p:cNvSpPr>
          <p:nvPr/>
        </p:nvSpPr>
        <p:spPr>
          <a:xfrm>
            <a:off x="648434" y="512541"/>
            <a:ext cx="67057" cy="245393"/>
          </a:xfrm>
          <a:prstGeom prst="roundRect">
            <a:avLst>
              <a:gd name="adj" fmla="val 0"/>
            </a:avLst>
          </a:prstGeom>
          <a:solidFill>
            <a:srgbClr val="4472C4"/>
          </a:solidFill>
          <a:ln w="25400" cap="flat" cmpd="sng">
            <a:noFill/>
            <a:round/>
          </a:ln>
        </p:spPr>
        <p:txBody>
          <a:bodyPr vert="horz" wrap="square" lIns="91440" tIns="45720" rIns="91440" bIns="45720" rtlCol="0" anchor="ctr" anchorCtr="0">
            <a:noAutofit/>
          </a:bodyPr>
          <a:lstStyle>
            <a:lvl1pPr algn="ctr" defTabSz="247015">
              <a:lnSpc>
                <a:spcPct val="100000"/>
              </a:lnSpc>
              <a:buNone/>
              <a:defRPr sz="1600">
                <a:solidFill>
                  <a:srgbClr val="1F2329"/>
                </a:solidFill>
                <a:latin typeface="Noto Sans SC"/>
              </a:defRPr>
            </a:lvl1pPr>
          </a:lstStyle>
          <a:p>
            <a:pPr algn="ctr"/>
            <a:endParaRPr>
              <a:latin typeface="PingFang SC Regular" panose="020B0400000000000000" charset="-122"/>
              <a:ea typeface="PingFang SC Regular" panose="020B0400000000000000" charset="-122"/>
            </a:endParaRPr>
          </a:p>
        </p:txBody>
      </p:sp>
      <p:sp>
        <p:nvSpPr>
          <p:cNvPr id="4" name="Auto Shape 3"/>
          <p:cNvSpPr>
            <a:spLocks noGrp="1"/>
          </p:cNvSpPr>
          <p:nvPr/>
        </p:nvSpPr>
        <p:spPr>
          <a:xfrm>
            <a:off x="648434" y="736371"/>
            <a:ext cx="67057" cy="126090"/>
          </a:xfrm>
          <a:prstGeom prst="roundRect">
            <a:avLst>
              <a:gd name="adj" fmla="val 0"/>
            </a:avLst>
          </a:prstGeom>
          <a:solidFill>
            <a:srgbClr val="ED7D31"/>
          </a:solidFill>
          <a:ln w="25400" cap="flat" cmpd="sng">
            <a:noFill/>
            <a:round/>
          </a:ln>
        </p:spPr>
        <p:txBody>
          <a:bodyPr vert="horz" wrap="square" lIns="91440" tIns="45720" rIns="91440" bIns="45720" rtlCol="0" anchor="ctr" anchorCtr="0">
            <a:noAutofit/>
          </a:bodyPr>
          <a:lstStyle>
            <a:lvl1pPr algn="ctr" defTabSz="247015">
              <a:lnSpc>
                <a:spcPct val="100000"/>
              </a:lnSpc>
              <a:buNone/>
              <a:defRPr sz="1600">
                <a:solidFill>
                  <a:srgbClr val="1F2329"/>
                </a:solidFill>
                <a:latin typeface="Noto Sans SC"/>
              </a:defRPr>
            </a:lvl1pPr>
          </a:lstStyle>
          <a:p>
            <a:pPr algn="ctr"/>
            <a:endParaRPr>
              <a:latin typeface="PingFang SC Regular" panose="020B0400000000000000" charset="-122"/>
              <a:ea typeface="PingFang SC Regular" panose="020B0400000000000000" charset="-122"/>
            </a:endParaRPr>
          </a:p>
        </p:txBody>
      </p:sp>
      <p:pic>
        <p:nvPicPr>
          <p:cNvPr id="5" name="Picture 4"/>
          <p:cNvPicPr/>
          <p:nvPr/>
        </p:nvPicPr>
        <p:blipFill>
          <a:blip r:embed="rId1"/>
          <a:srcRect/>
          <a:stretch>
            <a:fillRect/>
          </a:stretch>
        </p:blipFill>
        <p:spPr>
          <a:xfrm>
            <a:off x="9995610" y="475655"/>
            <a:ext cx="1544013" cy="378120"/>
          </a:xfrm>
          <a:prstGeom prst="rect">
            <a:avLst/>
          </a:prstGeom>
          <a:noFill/>
          <a:ln w="25400" cap="flat" cmpd="sng">
            <a:noFill/>
            <a:round/>
          </a:ln>
        </p:spPr>
      </p:pic>
      <p:sp>
        <p:nvSpPr>
          <p:cNvPr id="6" name="Text Box 5"/>
          <p:cNvSpPr txBox="1">
            <a:spLocks noGrp="1"/>
          </p:cNvSpPr>
          <p:nvPr/>
        </p:nvSpPr>
        <p:spPr>
          <a:xfrm>
            <a:off x="990600" y="304800"/>
            <a:ext cx="10414000" cy="5080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 defTabSz="914400"/>
          </a:lstStyle>
          <a:p>
            <a:pPr algn="l" defTabSz="914400">
              <a:lnSpc>
                <a:spcPct val="100000"/>
              </a:lnSpc>
            </a:pPr>
            <a:r>
              <a:rPr sz="2600" b="1" i="0" u="none" strike="noStrike" spc="0">
                <a:solidFill>
                  <a:srgbClr val="0F2D55"/>
                </a:solidFill>
                <a:latin typeface="PingFang SC Regular" panose="020B0400000000000000" charset="-122"/>
                <a:ea typeface="PingFang SC Regular" panose="020B0400000000000000" charset="-122"/>
                <a:cs typeface="Noto Sans SC"/>
                <a:sym typeface="Noto Sans SC"/>
              </a:rPr>
              <a:t>阶段成果与预期效果</a:t>
            </a:r>
            <a:endParaRPr sz="2600" b="1" i="0" u="none" strike="noStrike" spc="0">
              <a:solidFill>
                <a:srgbClr val="0F2D55"/>
              </a:solidFill>
              <a:latin typeface="PingFang SC Regular" panose="020B0400000000000000" charset="-122"/>
              <a:ea typeface="PingFang SC Regular" panose="020B0400000000000000" charset="-122"/>
              <a:cs typeface="Noto Sans SC"/>
              <a:sym typeface="Noto Sans SC"/>
            </a:endParaRPr>
          </a:p>
        </p:txBody>
      </p:sp>
      <p:cxnSp>
        <p:nvCxnSpPr>
          <p:cNvPr id="7" name="Connector"/>
          <p:cNvCxnSpPr/>
          <p:nvPr/>
        </p:nvCxnSpPr>
        <p:spPr>
          <a:xfrm rot="-4093">
            <a:off x="762004" y="857251"/>
            <a:ext cx="10668000" cy="12700"/>
          </a:xfrm>
          <a:prstGeom prst="straightConnector1">
            <a:avLst/>
          </a:prstGeom>
          <a:solidFill>
            <a:srgbClr val="DEE0E3"/>
          </a:solidFill>
          <a:ln w="12700" cap="flat" cmpd="sng">
            <a:solidFill>
              <a:srgbClr val="E2E8F0"/>
            </a:solidFill>
            <a:round/>
          </a:ln>
        </p:spPr>
      </p:cxnSp>
      <p:grpSp>
        <p:nvGrpSpPr>
          <p:cNvPr id="43" name="组合 42"/>
          <p:cNvGrpSpPr/>
          <p:nvPr/>
        </p:nvGrpSpPr>
        <p:grpSpPr>
          <a:xfrm>
            <a:off x="762000" y="1041400"/>
            <a:ext cx="1544320" cy="304800"/>
            <a:chOff x="1200" y="1640"/>
            <a:chExt cx="2000" cy="480"/>
          </a:xfrm>
        </p:grpSpPr>
        <p:sp>
          <p:nvSpPr>
            <p:cNvPr id="8" name="Auto Shape 7"/>
            <p:cNvSpPr>
              <a:spLocks noGrp="1"/>
            </p:cNvSpPr>
            <p:nvPr/>
          </p:nvSpPr>
          <p:spPr>
            <a:xfrm>
              <a:off x="1200" y="1640"/>
              <a:ext cx="2000" cy="480"/>
            </a:xfrm>
            <a:prstGeom prst="roundRect">
              <a:avLst>
                <a:gd name="adj" fmla="val 0"/>
              </a:avLst>
            </a:prstGeom>
            <a:solidFill>
              <a:srgbClr val="DBEAFE"/>
            </a:solidFill>
            <a:ln w="25400" cap="flat" cmpd="sng">
              <a:noFill/>
              <a:round/>
            </a:ln>
          </p:spPr>
          <p:txBody>
            <a:bodyPr vert="horz" wrap="square" lIns="63500" tIns="63500" rIns="63500" bIns="63500" rtlCol="0" anchor="ctr" anchorCtr="0">
              <a:noAutofit/>
            </a:bodyPr>
            <a:lstStyle>
              <a:lvl1pPr algn="ctr" defTabSz="914400">
                <a:lnSpc>
                  <a:spcPct val="100000"/>
                </a:lnSpc>
                <a:buNone/>
                <a:defRPr sz="1600">
                  <a:solidFill>
                    <a:srgbClr val="1F2329"/>
                  </a:solidFill>
                  <a:latin typeface="Noto Sans SC"/>
                </a:defRPr>
              </a:lvl1pPr>
            </a:lstStyle>
            <a:p>
              <a:pPr algn="ctr"/>
              <a:endParaRPr>
                <a:latin typeface="PingFang SC Regular" panose="020B0400000000000000" charset="-122"/>
                <a:ea typeface="PingFang SC Regular" panose="020B0400000000000000" charset="-122"/>
              </a:endParaRPr>
            </a:p>
          </p:txBody>
        </p:sp>
        <p:sp>
          <p:nvSpPr>
            <p:cNvPr id="9" name="Text Box 8"/>
            <p:cNvSpPr txBox="1">
              <a:spLocks noGrp="1"/>
            </p:cNvSpPr>
            <p:nvPr/>
          </p:nvSpPr>
          <p:spPr>
            <a:xfrm>
              <a:off x="1200" y="1680"/>
              <a:ext cx="2000" cy="400"/>
            </a:xfrm>
            <a:prstGeom prst="rect">
              <a:avLst/>
            </a:prstGeom>
            <a:noFill/>
            <a:ln w="12700" cap="flat" cmpd="sng">
              <a:noFill/>
              <a:round/>
            </a:ln>
          </p:spPr>
          <p:txBody>
            <a:bodyPr vert="horz" wrap="square" lIns="0" tIns="0" rIns="0" bIns="0" rtlCol="0" anchor="ctr">
              <a:noAutofit/>
            </a:bodyPr>
            <a:lstStyle>
              <a:lvl1pPr algn="ctr" defTabSz="914400"/>
            </a:lstStyle>
            <a:p>
              <a:pPr algn="ctr" defTabSz="914400">
                <a:lnSpc>
                  <a:spcPct val="100000"/>
                </a:lnSpc>
              </a:pPr>
              <a:r>
                <a:rPr sz="1100" b="1" i="0" u="none" strike="noStrike" spc="100">
                  <a:solidFill>
                    <a:srgbClr val="2563EB"/>
                  </a:solidFill>
                  <a:latin typeface="PingFang SC Regular" panose="020B0400000000000000" charset="-122"/>
                  <a:ea typeface="PingFang SC Regular" panose="020B0400000000000000" charset="-122"/>
                  <a:cs typeface="PingFang SC Regular" panose="020B0400000000000000" charset="-122"/>
                  <a:sym typeface="Noto Sans SC"/>
                </a:rPr>
                <a:t>阶段成果"三个一"</a:t>
              </a:r>
              <a:endParaRPr sz="1100" b="1" i="0" u="none" strike="noStrike" spc="100">
                <a:solidFill>
                  <a:srgbClr val="2563EB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Noto Sans SC"/>
              </a:endParaRPr>
            </a:p>
          </p:txBody>
        </p:sp>
      </p:grpSp>
      <p:sp>
        <p:nvSpPr>
          <p:cNvPr id="10" name="Auto Shape 9"/>
          <p:cNvSpPr>
            <a:spLocks noGrp="1"/>
          </p:cNvSpPr>
          <p:nvPr/>
        </p:nvSpPr>
        <p:spPr>
          <a:xfrm>
            <a:off x="762000" y="1473200"/>
            <a:ext cx="3302000" cy="965200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25400" cap="flat" cmpd="sng">
            <a:noFill/>
            <a:round/>
          </a:ln>
          <a:effectLst>
            <a:outerShdw blurRad="101600" dist="38100" dir="5400000" algn="tl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 anchorCtr="0">
            <a:noAutofit/>
          </a:bodyPr>
          <a:lstStyle>
            <a:lvl1pPr algn="ctr" defTabSz="914400">
              <a:lnSpc>
                <a:spcPct val="100000"/>
              </a:lnSpc>
              <a:buNone/>
              <a:defRPr sz="1600">
                <a:solidFill>
                  <a:srgbClr val="1F2329"/>
                </a:solidFill>
                <a:latin typeface="Noto Sans SC"/>
              </a:defRPr>
            </a:lvl1pPr>
          </a:lstStyle>
          <a:p>
            <a:pPr algn="ctr"/>
            <a:endParaRPr>
              <a:latin typeface="PingFang SC Regular" panose="020B0400000000000000" charset="-122"/>
              <a:ea typeface="PingFang SC Regular" panose="020B0400000000000000" charset="-122"/>
            </a:endParaRPr>
          </a:p>
        </p:txBody>
      </p:sp>
      <p:sp>
        <p:nvSpPr>
          <p:cNvPr id="11" name="Text Box 10"/>
          <p:cNvSpPr txBox="1">
            <a:spLocks noGrp="1"/>
          </p:cNvSpPr>
          <p:nvPr/>
        </p:nvSpPr>
        <p:spPr>
          <a:xfrm>
            <a:off x="990600" y="1600200"/>
            <a:ext cx="2844800" cy="7112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 defTabSz="914400"/>
          </a:lstStyle>
          <a:p>
            <a:pPr algn="l" defTabSz="914400">
              <a:lnSpc>
                <a:spcPct val="133000"/>
              </a:lnSpc>
            </a:pPr>
            <a:r>
              <a:rPr sz="1400" b="1" i="0" u="none" strike="noStrike" spc="0">
                <a:solidFill>
                  <a:srgbClr val="0F2D55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Noto Sans SC"/>
              </a:rPr>
              <a:t>一</a:t>
            </a:r>
            <a:r>
              <a:rPr lang="zh-CN" sz="1400" b="1" i="0" u="none" strike="noStrike" spc="0">
                <a:solidFill>
                  <a:srgbClr val="0F2D55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Noto Sans SC"/>
              </a:rPr>
              <a:t>套</a:t>
            </a:r>
            <a:r>
              <a:rPr sz="1400" b="1" i="0" u="none" strike="noStrike" spc="0">
                <a:solidFill>
                  <a:srgbClr val="0F2D55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Noto Sans SC"/>
              </a:rPr>
              <a:t>完整需求</a:t>
            </a:r>
            <a:r>
              <a:rPr lang="zh-CN" sz="1400" b="1" i="0" u="none" strike="noStrike" spc="0">
                <a:solidFill>
                  <a:srgbClr val="0F2D55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Noto Sans SC"/>
              </a:rPr>
              <a:t>材料</a:t>
            </a:r>
            <a:endParaRPr lang="zh-CN" sz="1400" b="1" i="0" u="none" strike="noStrike" spc="0">
              <a:solidFill>
                <a:srgbClr val="0F2D55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  <a:sym typeface="Noto Sans SC"/>
            </a:endParaRPr>
          </a:p>
          <a:p>
            <a:pPr algn="l" defTabSz="914400">
              <a:lnSpc>
                <a:spcPct val="133000"/>
              </a:lnSpc>
            </a:pPr>
            <a:r>
              <a:rPr sz="1200" b="0" i="0" u="none" strike="noStrike" spc="0">
                <a:solidFill>
                  <a:srgbClr val="465667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Noto Sans SC"/>
              </a:rPr>
              <a:t>PRD</a:t>
            </a:r>
            <a:r>
              <a:rPr lang="en-US" sz="1200" b="0" i="0" u="none" strike="noStrike" spc="0">
                <a:solidFill>
                  <a:srgbClr val="465667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Noto Sans SC"/>
              </a:rPr>
              <a:t>/</a:t>
            </a:r>
            <a:r>
              <a:rPr lang="zh-CN" altLang="en-US" sz="1200" b="0" i="0" u="none" strike="noStrike" spc="0">
                <a:solidFill>
                  <a:srgbClr val="465667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Noto Sans SC"/>
              </a:rPr>
              <a:t>需求清单</a:t>
            </a:r>
            <a:r>
              <a:rPr lang="en-US" altLang="zh-CN" sz="1200" b="0" i="0" u="none" strike="noStrike" spc="0">
                <a:solidFill>
                  <a:srgbClr val="465667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Noto Sans SC"/>
              </a:rPr>
              <a:t>/</a:t>
            </a:r>
            <a:r>
              <a:rPr lang="zh-CN" altLang="en-US" sz="1200" b="0" i="0" u="none" strike="noStrike" spc="0">
                <a:solidFill>
                  <a:srgbClr val="465667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Noto Sans SC"/>
              </a:rPr>
              <a:t>调研表</a:t>
            </a:r>
            <a:r>
              <a:rPr lang="en-US" altLang="zh-CN" sz="1200" b="0" i="0" u="none" strike="noStrike" spc="0">
                <a:solidFill>
                  <a:srgbClr val="465667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Noto Sans SC"/>
              </a:rPr>
              <a:t>/</a:t>
            </a:r>
            <a:r>
              <a:rPr lang="zh-CN" altLang="en-US" sz="1200" b="0" i="0" u="none" strike="noStrike" spc="0">
                <a:solidFill>
                  <a:srgbClr val="465667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Noto Sans SC"/>
              </a:rPr>
              <a:t>功能对照表</a:t>
            </a:r>
            <a:endParaRPr lang="zh-CN" altLang="en-US" sz="1200" b="0" i="0" u="none" strike="noStrike" spc="0">
              <a:solidFill>
                <a:srgbClr val="465667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  <a:sym typeface="Noto Sans SC"/>
            </a:endParaRPr>
          </a:p>
          <a:p>
            <a:pPr algn="l" defTabSz="914400">
              <a:lnSpc>
                <a:spcPct val="133000"/>
              </a:lnSpc>
            </a:pPr>
            <a:r>
              <a:rPr sz="1200" b="0" i="1" u="none" strike="noStrike" spc="0">
                <a:solidFill>
                  <a:srgbClr val="46566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Noto Sans SC"/>
              </a:rPr>
              <a:t> 覆盖 4 大板块、20+ 章节、105 项功能</a:t>
            </a:r>
            <a:endParaRPr sz="1200" b="0" i="1" u="none" strike="noStrike" spc="0">
              <a:solidFill>
                <a:srgbClr val="46566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  <a:sym typeface="Noto Sans SC"/>
            </a:endParaRPr>
          </a:p>
        </p:txBody>
      </p:sp>
      <p:sp>
        <p:nvSpPr>
          <p:cNvPr id="12" name="Auto Shape 11"/>
          <p:cNvSpPr>
            <a:spLocks noGrp="1"/>
          </p:cNvSpPr>
          <p:nvPr/>
        </p:nvSpPr>
        <p:spPr>
          <a:xfrm>
            <a:off x="4445000" y="1473200"/>
            <a:ext cx="3302000" cy="965200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25400" cap="flat" cmpd="sng">
            <a:noFill/>
            <a:round/>
          </a:ln>
          <a:effectLst>
            <a:outerShdw blurRad="101600" dist="38100" dir="5400000" algn="tl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 anchorCtr="0">
            <a:noAutofit/>
          </a:bodyPr>
          <a:lstStyle>
            <a:lvl1pPr algn="ctr" defTabSz="914400">
              <a:lnSpc>
                <a:spcPct val="100000"/>
              </a:lnSpc>
              <a:buNone/>
              <a:defRPr sz="1600">
                <a:solidFill>
                  <a:srgbClr val="1F2329"/>
                </a:solidFill>
                <a:latin typeface="Noto Sans SC"/>
              </a:defRPr>
            </a:lvl1pPr>
          </a:lstStyle>
          <a:p>
            <a:pPr algn="ctr"/>
            <a:endParaRPr>
              <a:latin typeface="PingFang SC Regular" panose="020B0400000000000000" charset="-122"/>
              <a:ea typeface="PingFang SC Regular" panose="020B0400000000000000" charset="-122"/>
            </a:endParaRPr>
          </a:p>
        </p:txBody>
      </p:sp>
      <p:sp>
        <p:nvSpPr>
          <p:cNvPr id="13" name="Text Box 12"/>
          <p:cNvSpPr txBox="1">
            <a:spLocks noGrp="1"/>
          </p:cNvSpPr>
          <p:nvPr/>
        </p:nvSpPr>
        <p:spPr>
          <a:xfrm>
            <a:off x="4673600" y="1600200"/>
            <a:ext cx="2844800" cy="7112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 defTabSz="914400"/>
          </a:lstStyle>
          <a:p>
            <a:pPr algn="l" defTabSz="914400">
              <a:lnSpc>
                <a:spcPct val="133000"/>
              </a:lnSpc>
            </a:pPr>
            <a:r>
              <a:rPr sz="1400" b="1" i="0" u="none" strike="noStrike" spc="0">
                <a:solidFill>
                  <a:srgbClr val="0F2D55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Noto Sans SC"/>
              </a:rPr>
              <a:t>一套可演示</a:t>
            </a:r>
            <a:r>
              <a:rPr lang="en-US" sz="1400" b="1" i="0" u="none" strike="noStrike" spc="0">
                <a:solidFill>
                  <a:srgbClr val="0F2D55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Noto Sans SC"/>
              </a:rPr>
              <a:t>DEMO</a:t>
            </a:r>
            <a:endParaRPr sz="1400" b="1" i="0" u="none" strike="noStrike" spc="0">
              <a:solidFill>
                <a:srgbClr val="0F2D55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  <a:sym typeface="Noto Sans SC"/>
            </a:endParaRPr>
          </a:p>
          <a:p>
            <a:pPr algn="l" defTabSz="914400">
              <a:lnSpc>
                <a:spcPct val="133000"/>
              </a:lnSpc>
            </a:pPr>
            <a:r>
              <a:rPr sz="1200" b="0" i="0" u="none" strike="noStrike" spc="0">
                <a:solidFill>
                  <a:srgbClr val="465667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Noto Sans SC"/>
              </a:rPr>
              <a:t>DEMO 覆盖</a:t>
            </a:r>
            <a:r>
              <a:rPr lang="zh-CN" sz="1200" b="0" i="0" u="none" strike="noStrike" spc="0">
                <a:solidFill>
                  <a:srgbClr val="465667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Noto Sans SC"/>
              </a:rPr>
              <a:t>五</a:t>
            </a:r>
            <a:r>
              <a:rPr sz="1200" b="0" i="0" u="none" strike="noStrike" spc="0">
                <a:solidFill>
                  <a:srgbClr val="465667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Noto Sans SC"/>
              </a:rPr>
              <a:t>大模块核心场景</a:t>
            </a:r>
            <a:endParaRPr sz="1200" b="0" i="0" u="none" strike="noStrike" spc="0">
              <a:solidFill>
                <a:srgbClr val="465667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  <a:sym typeface="Noto Sans SC"/>
            </a:endParaRPr>
          </a:p>
          <a:p>
            <a:pPr algn="l" defTabSz="914400">
              <a:lnSpc>
                <a:spcPct val="133000"/>
              </a:lnSpc>
            </a:pPr>
            <a:r>
              <a:rPr lang="zh-CN" sz="1200" b="0" i="1" u="none" strike="noStrike" spc="0">
                <a:solidFill>
                  <a:srgbClr val="465667"/>
                </a:solidFill>
                <a:latin typeface="PingFang SC" panose="020B0400000000000000" charset="-122"/>
                <a:ea typeface="PingFang SC" panose="020B0400000000000000" charset="-122"/>
                <a:cs typeface="PingFang SC Regular" panose="020B0400000000000000" charset="-122"/>
                <a:sym typeface="Noto Sans SC"/>
              </a:rPr>
              <a:t>高保真、可交互</a:t>
            </a:r>
            <a:endParaRPr lang="zh-CN" sz="1200" b="0" i="1" u="none" strike="noStrike" spc="0">
              <a:solidFill>
                <a:srgbClr val="465667"/>
              </a:solidFill>
              <a:latin typeface="PingFang SC" panose="020B0400000000000000" charset="-122"/>
              <a:ea typeface="PingFang SC" panose="020B0400000000000000" charset="-122"/>
              <a:cs typeface="PingFang SC Regular" panose="020B0400000000000000" charset="-122"/>
              <a:sym typeface="Noto Sans SC"/>
            </a:endParaRPr>
          </a:p>
        </p:txBody>
      </p:sp>
      <p:sp>
        <p:nvSpPr>
          <p:cNvPr id="14" name="Auto Shape 13"/>
          <p:cNvSpPr>
            <a:spLocks noGrp="1"/>
          </p:cNvSpPr>
          <p:nvPr/>
        </p:nvSpPr>
        <p:spPr>
          <a:xfrm>
            <a:off x="8128000" y="1473200"/>
            <a:ext cx="3302000" cy="965200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25400" cap="flat" cmpd="sng">
            <a:noFill/>
            <a:round/>
          </a:ln>
          <a:effectLst>
            <a:outerShdw blurRad="101600" dist="38100" dir="5400000" algn="tl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 anchorCtr="0">
            <a:noAutofit/>
          </a:bodyPr>
          <a:lstStyle>
            <a:lvl1pPr algn="ctr" defTabSz="914400">
              <a:lnSpc>
                <a:spcPct val="100000"/>
              </a:lnSpc>
              <a:buNone/>
              <a:defRPr sz="1600">
                <a:solidFill>
                  <a:srgbClr val="1F2329"/>
                </a:solidFill>
                <a:latin typeface="Noto Sans SC"/>
              </a:defRPr>
            </a:lvl1pPr>
          </a:lstStyle>
          <a:p>
            <a:pPr algn="ctr"/>
            <a:endParaRPr>
              <a:latin typeface="PingFang SC Regular" panose="020B0400000000000000" charset="-122"/>
              <a:ea typeface="PingFang SC Regular" panose="020B0400000000000000" charset="-122"/>
            </a:endParaRPr>
          </a:p>
        </p:txBody>
      </p:sp>
      <p:sp>
        <p:nvSpPr>
          <p:cNvPr id="15" name="Text Box 14"/>
          <p:cNvSpPr txBox="1">
            <a:spLocks noGrp="1"/>
          </p:cNvSpPr>
          <p:nvPr/>
        </p:nvSpPr>
        <p:spPr>
          <a:xfrm>
            <a:off x="8356600" y="1600200"/>
            <a:ext cx="2844800" cy="7112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 defTabSz="914400"/>
          </a:lstStyle>
          <a:p>
            <a:pPr algn="l" defTabSz="914400">
              <a:lnSpc>
                <a:spcPct val="133000"/>
              </a:lnSpc>
            </a:pPr>
            <a:r>
              <a:rPr sz="1400" b="1" i="0" u="none" strike="noStrike" spc="0">
                <a:solidFill>
                  <a:srgbClr val="0F2D55"/>
                </a:solidFill>
                <a:latin typeface="PingFang SC Regular" panose="020B0400000000000000" charset="-122"/>
                <a:ea typeface="PingFang SC Regular" panose="020B0400000000000000" charset="-122"/>
                <a:cs typeface="Noto Sans SC"/>
                <a:sym typeface="Noto Sans SC"/>
              </a:rPr>
              <a:t>一套验收标准</a:t>
            </a:r>
            <a:endParaRPr sz="1400" b="1" i="0" u="none" strike="noStrike" spc="0">
              <a:solidFill>
                <a:srgbClr val="0F2D55"/>
              </a:solidFill>
              <a:latin typeface="PingFang SC Regular" panose="020B0400000000000000" charset="-122"/>
              <a:ea typeface="PingFang SC Regular" panose="020B0400000000000000" charset="-122"/>
              <a:cs typeface="Noto Sans SC"/>
              <a:sym typeface="Noto Sans SC"/>
            </a:endParaRPr>
          </a:p>
          <a:p>
            <a:pPr algn="l" defTabSz="914400">
              <a:lnSpc>
                <a:spcPct val="133000"/>
              </a:lnSpc>
            </a:pPr>
            <a:r>
              <a:rPr sz="1200" b="0" i="0" u="none" strike="noStrike" spc="0">
                <a:solidFill>
                  <a:srgbClr val="465667"/>
                </a:solidFill>
                <a:latin typeface="PingFang SC Regular" panose="020B0400000000000000" charset="-122"/>
                <a:ea typeface="PingFang SC Regular" panose="020B0400000000000000" charset="-122"/>
                <a:cs typeface="Noto Sans SC"/>
                <a:sym typeface="Noto Sans SC"/>
              </a:rPr>
              <a:t>三项核心指标可量化验收</a:t>
            </a:r>
            <a:endParaRPr sz="1200" b="0" i="0" u="none" strike="noStrike" spc="0">
              <a:solidFill>
                <a:srgbClr val="465667"/>
              </a:solidFill>
              <a:latin typeface="PingFang SC Regular" panose="020B0400000000000000" charset="-122"/>
              <a:ea typeface="PingFang SC Regular" panose="020B0400000000000000" charset="-122"/>
              <a:cs typeface="Noto Sans SC"/>
              <a:sym typeface="Noto Sans SC"/>
            </a:endParaRPr>
          </a:p>
          <a:p>
            <a:pPr algn="l" defTabSz="914400">
              <a:lnSpc>
                <a:spcPct val="133000"/>
              </a:lnSpc>
            </a:pPr>
            <a:r>
              <a:rPr lang="zh-CN" sz="1200" b="0" i="1" u="none" strike="noStrike" spc="0">
                <a:solidFill>
                  <a:srgbClr val="465667"/>
                </a:solidFill>
                <a:latin typeface="PingFang SC" panose="020B0400000000000000" charset="-122"/>
                <a:ea typeface="PingFang SC" panose="020B0400000000000000" charset="-122"/>
                <a:cs typeface="Noto Sans SC"/>
                <a:sym typeface="Noto Sans SC"/>
              </a:rPr>
              <a:t>覆盖核心场景要点</a:t>
            </a:r>
            <a:endParaRPr lang="zh-CN" sz="1200" b="0" i="1" u="none" strike="noStrike" spc="0">
              <a:solidFill>
                <a:srgbClr val="465667"/>
              </a:solidFill>
              <a:latin typeface="PingFang SC" panose="020B0400000000000000" charset="-122"/>
              <a:ea typeface="PingFang SC" panose="020B0400000000000000" charset="-122"/>
              <a:cs typeface="Noto Sans SC"/>
              <a:sym typeface="Noto Sans SC"/>
            </a:endParaRPr>
          </a:p>
        </p:txBody>
      </p:sp>
      <p:cxnSp>
        <p:nvCxnSpPr>
          <p:cNvPr id="16" name="Connector"/>
          <p:cNvCxnSpPr/>
          <p:nvPr/>
        </p:nvCxnSpPr>
        <p:spPr>
          <a:xfrm rot="-4093">
            <a:off x="762004" y="2686051"/>
            <a:ext cx="10668000" cy="12700"/>
          </a:xfrm>
          <a:prstGeom prst="straightConnector1">
            <a:avLst/>
          </a:prstGeom>
          <a:solidFill>
            <a:srgbClr val="DEE0E3"/>
          </a:solidFill>
          <a:ln w="12700" cap="flat" cmpd="sng">
            <a:solidFill>
              <a:srgbClr val="E2E8F0"/>
            </a:solidFill>
            <a:round/>
          </a:ln>
        </p:spPr>
      </p:cxnSp>
      <p:grpSp>
        <p:nvGrpSpPr>
          <p:cNvPr id="44" name="组合 43"/>
          <p:cNvGrpSpPr/>
          <p:nvPr/>
        </p:nvGrpSpPr>
        <p:grpSpPr>
          <a:xfrm>
            <a:off x="762000" y="2870200"/>
            <a:ext cx="1543685" cy="304800"/>
            <a:chOff x="1200" y="4520"/>
            <a:chExt cx="2800" cy="480"/>
          </a:xfrm>
        </p:grpSpPr>
        <p:sp>
          <p:nvSpPr>
            <p:cNvPr id="17" name="Auto Shape 16"/>
            <p:cNvSpPr>
              <a:spLocks noGrp="1"/>
            </p:cNvSpPr>
            <p:nvPr/>
          </p:nvSpPr>
          <p:spPr>
            <a:xfrm>
              <a:off x="1200" y="4520"/>
              <a:ext cx="2800" cy="480"/>
            </a:xfrm>
            <a:prstGeom prst="roundRect">
              <a:avLst>
                <a:gd name="adj" fmla="val 0"/>
              </a:avLst>
            </a:prstGeom>
            <a:solidFill>
              <a:srgbClr val="DBEAFE"/>
            </a:solidFill>
            <a:ln w="25400" cap="flat" cmpd="sng">
              <a:noFill/>
              <a:round/>
            </a:ln>
          </p:spPr>
          <p:txBody>
            <a:bodyPr vert="horz" wrap="square" lIns="63500" tIns="63500" rIns="63500" bIns="63500" rtlCol="0" anchor="ctr" anchorCtr="0">
              <a:noAutofit/>
            </a:bodyPr>
            <a:lstStyle>
              <a:lvl1pPr algn="ctr" defTabSz="914400">
                <a:lnSpc>
                  <a:spcPct val="100000"/>
                </a:lnSpc>
                <a:buNone/>
                <a:defRPr sz="1600">
                  <a:solidFill>
                    <a:srgbClr val="1F2329"/>
                  </a:solidFill>
                  <a:latin typeface="Noto Sans SC"/>
                </a:defRPr>
              </a:lvl1pPr>
            </a:lstStyle>
            <a:p>
              <a:pPr algn="ctr"/>
              <a:endParaRPr>
                <a:latin typeface="PingFang SC Regular" panose="020B0400000000000000" charset="-122"/>
                <a:ea typeface="PingFang SC Regular" panose="020B0400000000000000" charset="-122"/>
              </a:endParaRPr>
            </a:p>
          </p:txBody>
        </p:sp>
        <p:sp>
          <p:nvSpPr>
            <p:cNvPr id="18" name="Text Box 17"/>
            <p:cNvSpPr txBox="1">
              <a:spLocks noGrp="1"/>
            </p:cNvSpPr>
            <p:nvPr/>
          </p:nvSpPr>
          <p:spPr>
            <a:xfrm>
              <a:off x="1200" y="4560"/>
              <a:ext cx="2800" cy="400"/>
            </a:xfrm>
            <a:prstGeom prst="rect">
              <a:avLst/>
            </a:prstGeom>
            <a:noFill/>
            <a:ln w="12700" cap="flat" cmpd="sng">
              <a:noFill/>
              <a:round/>
            </a:ln>
          </p:spPr>
          <p:txBody>
            <a:bodyPr vert="horz" wrap="square" lIns="0" tIns="0" rIns="0" bIns="0" rtlCol="0" anchor="ctr">
              <a:noAutofit/>
            </a:bodyPr>
            <a:lstStyle>
              <a:lvl1pPr algn="ctr" defTabSz="914400"/>
            </a:lstStyle>
            <a:p>
              <a:pPr algn="l" defTabSz="914400">
                <a:lnSpc>
                  <a:spcPct val="100000"/>
                </a:lnSpc>
              </a:pPr>
              <a:r>
                <a:rPr lang="en-US" altLang="zh-CN" sz="1100" b="1" i="0" u="none" strike="noStrike" spc="100">
                  <a:solidFill>
                    <a:srgbClr val="2563EB"/>
                  </a:solidFill>
                  <a:latin typeface="PingFang SC Regular" panose="020B0400000000000000" charset="-122"/>
                  <a:ea typeface="PingFang SC Regular" panose="020B0400000000000000" charset="-122"/>
                  <a:cs typeface="PingFang SC Regular" panose="020B0400000000000000" charset="-122"/>
                  <a:sym typeface="Noto Sans SC"/>
                </a:rPr>
                <a:t>  </a:t>
              </a:r>
              <a:r>
                <a:rPr lang="zh-CN" sz="1100" b="1" i="0" u="none" strike="noStrike" spc="100">
                  <a:solidFill>
                    <a:srgbClr val="2563EB"/>
                  </a:solidFill>
                  <a:latin typeface="PingFang SC Regular" panose="020B0400000000000000" charset="-122"/>
                  <a:ea typeface="PingFang SC Regular" panose="020B0400000000000000" charset="-122"/>
                  <a:cs typeface="PingFang SC Regular" panose="020B0400000000000000" charset="-122"/>
                  <a:sym typeface="Noto Sans SC"/>
                </a:rPr>
                <a:t>预期</a:t>
              </a:r>
              <a:r>
                <a:rPr lang="zh-CN" sz="1100" b="1" i="0" u="none" strike="noStrike" spc="100">
                  <a:solidFill>
                    <a:srgbClr val="2563EB"/>
                  </a:solidFill>
                  <a:latin typeface="PingFang SC Regular" panose="020B0400000000000000" charset="-122"/>
                  <a:ea typeface="PingFang SC Regular" panose="020B0400000000000000" charset="-122"/>
                  <a:cs typeface="PingFang SC Regular" panose="020B0400000000000000" charset="-122"/>
                  <a:sym typeface="Noto Sans SC"/>
                </a:rPr>
                <a:t>效果</a:t>
              </a:r>
              <a:endParaRPr lang="zh-CN" sz="1100" b="1" i="0" u="none" strike="noStrike" spc="100">
                <a:solidFill>
                  <a:srgbClr val="2563EB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Noto Sans SC"/>
              </a:endParaRPr>
            </a:p>
          </p:txBody>
        </p:sp>
      </p:grpSp>
      <p:sp>
        <p:nvSpPr>
          <p:cNvPr id="19" name="Auto Shape 18"/>
          <p:cNvSpPr>
            <a:spLocks noGrp="1"/>
          </p:cNvSpPr>
          <p:nvPr/>
        </p:nvSpPr>
        <p:spPr>
          <a:xfrm>
            <a:off x="762000" y="3302000"/>
            <a:ext cx="4445000" cy="533400"/>
          </a:xfrm>
          <a:prstGeom prst="roundRect">
            <a:avLst>
              <a:gd name="adj" fmla="val 19048"/>
            </a:avLst>
          </a:prstGeom>
          <a:solidFill>
            <a:srgbClr val="F1F5F9"/>
          </a:solidFill>
          <a:ln w="25400" cap="flat" cmpd="sng">
            <a:noFill/>
            <a:round/>
          </a:ln>
          <a:effectLst>
            <a:outerShdw blurRad="101600" dist="38100" dir="5400000" algn="tl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 anchorCtr="0">
            <a:noAutofit/>
          </a:bodyPr>
          <a:lstStyle>
            <a:lvl1pPr algn="ctr" defTabSz="914400">
              <a:lnSpc>
                <a:spcPct val="100000"/>
              </a:lnSpc>
              <a:buNone/>
              <a:defRPr sz="1600">
                <a:solidFill>
                  <a:srgbClr val="1F2329"/>
                </a:solidFill>
                <a:latin typeface="Noto Sans SC"/>
              </a:defRPr>
            </a:lvl1pPr>
          </a:lstStyle>
          <a:p>
            <a:pPr algn="ctr"/>
            <a:endParaRPr>
              <a:latin typeface="PingFang SC Regular" panose="020B0400000000000000" charset="-122"/>
              <a:ea typeface="PingFang SC Regular" panose="020B0400000000000000" charset="-122"/>
            </a:endParaRPr>
          </a:p>
        </p:txBody>
      </p:sp>
      <p:sp>
        <p:nvSpPr>
          <p:cNvPr id="20" name="Text Box 19"/>
          <p:cNvSpPr txBox="1">
            <a:spLocks noGrp="1"/>
          </p:cNvSpPr>
          <p:nvPr/>
        </p:nvSpPr>
        <p:spPr>
          <a:xfrm>
            <a:off x="965200" y="3403600"/>
            <a:ext cx="4038600" cy="3556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 defTabSz="914400"/>
          </a:lstStyle>
          <a:p>
            <a:pPr algn="l" defTabSz="914400">
              <a:lnSpc>
                <a:spcPct val="100000"/>
              </a:lnSpc>
            </a:pPr>
            <a:r>
              <a:rPr sz="1200" b="0" i="0" u="none" strike="noStrike" spc="0">
                <a:solidFill>
                  <a:srgbClr val="64748B"/>
                </a:solidFill>
                <a:latin typeface="PingFang SC Regular" panose="020B0400000000000000" charset="-122"/>
                <a:ea typeface="PingFang SC Regular" panose="020B0400000000000000" charset="-122"/>
                <a:cs typeface="Noto Sans SC"/>
                <a:sym typeface="Noto Sans SC"/>
              </a:rPr>
              <a:t>进度靠电话催、表格记，看不到全量</a:t>
            </a:r>
            <a:endParaRPr sz="1200" b="0" i="0" u="none" strike="noStrike" spc="0">
              <a:solidFill>
                <a:srgbClr val="64748B"/>
              </a:solidFill>
              <a:latin typeface="PingFang SC Regular" panose="020B0400000000000000" charset="-122"/>
              <a:ea typeface="PingFang SC Regular" panose="020B0400000000000000" charset="-122"/>
              <a:cs typeface="Noto Sans SC"/>
              <a:sym typeface="Noto Sans SC"/>
            </a:endParaRPr>
          </a:p>
        </p:txBody>
      </p:sp>
      <p:cxnSp>
        <p:nvCxnSpPr>
          <p:cNvPr id="21" name="Connector"/>
          <p:cNvCxnSpPr/>
          <p:nvPr/>
        </p:nvCxnSpPr>
        <p:spPr>
          <a:xfrm rot="-85926">
            <a:off x="5334079" y="3562366"/>
            <a:ext cx="508000" cy="12700"/>
          </a:xfrm>
          <a:prstGeom prst="straightConnector1">
            <a:avLst/>
          </a:prstGeom>
          <a:solidFill>
            <a:srgbClr val="DEE0E3"/>
          </a:solidFill>
          <a:ln w="25400" cap="flat" cmpd="sng">
            <a:solidFill>
              <a:srgbClr val="2563EB"/>
            </a:solidFill>
            <a:round/>
            <a:tailEnd type="arrow" w="med" len="med"/>
          </a:ln>
        </p:spPr>
      </p:cxnSp>
      <p:sp>
        <p:nvSpPr>
          <p:cNvPr id="22" name="Auto Shape 21"/>
          <p:cNvSpPr>
            <a:spLocks noGrp="1"/>
          </p:cNvSpPr>
          <p:nvPr/>
        </p:nvSpPr>
        <p:spPr>
          <a:xfrm>
            <a:off x="5969000" y="3302000"/>
            <a:ext cx="5461000" cy="533400"/>
          </a:xfrm>
          <a:prstGeom prst="roundRect">
            <a:avLst>
              <a:gd name="adj" fmla="val 19048"/>
            </a:avLst>
          </a:prstGeom>
          <a:solidFill>
            <a:srgbClr val="DBEAFE"/>
          </a:solidFill>
          <a:ln w="25400" cap="flat" cmpd="sng">
            <a:noFill/>
            <a:round/>
          </a:ln>
          <a:effectLst>
            <a:outerShdw blurRad="101600" dist="38100" dir="5400000" algn="tl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 anchorCtr="0">
            <a:noAutofit/>
          </a:bodyPr>
          <a:lstStyle>
            <a:lvl1pPr algn="ctr" defTabSz="914400">
              <a:lnSpc>
                <a:spcPct val="100000"/>
              </a:lnSpc>
              <a:buNone/>
              <a:defRPr sz="1600">
                <a:solidFill>
                  <a:srgbClr val="1F2329"/>
                </a:solidFill>
                <a:latin typeface="Noto Sans SC"/>
              </a:defRPr>
            </a:lvl1pPr>
          </a:lstStyle>
          <a:p>
            <a:pPr algn="ctr"/>
            <a:endParaRPr>
              <a:latin typeface="PingFang SC Regular" panose="020B0400000000000000" charset="-122"/>
              <a:ea typeface="PingFang SC Regular" panose="020B0400000000000000" charset="-122"/>
            </a:endParaRPr>
          </a:p>
        </p:txBody>
      </p:sp>
      <p:sp>
        <p:nvSpPr>
          <p:cNvPr id="23" name="Text Box 22"/>
          <p:cNvSpPr txBox="1">
            <a:spLocks noGrp="1"/>
          </p:cNvSpPr>
          <p:nvPr/>
        </p:nvSpPr>
        <p:spPr>
          <a:xfrm>
            <a:off x="6172200" y="3403600"/>
            <a:ext cx="5054600" cy="3556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 defTabSz="914400"/>
          </a:lstStyle>
          <a:p>
            <a:pPr algn="l" defTabSz="914400">
              <a:lnSpc>
                <a:spcPct val="100000"/>
              </a:lnSpc>
            </a:pPr>
            <a:r>
              <a:rPr sz="1200" b="1" i="0" u="none" strike="noStrike" spc="0">
                <a:solidFill>
                  <a:srgbClr val="0F2D55"/>
                </a:solidFill>
                <a:latin typeface="PingFang SC Regular" panose="020B0400000000000000" charset="-122"/>
                <a:ea typeface="PingFang SC Regular" panose="020B0400000000000000" charset="-122"/>
                <a:cs typeface="Noto Sans SC"/>
                <a:sym typeface="Noto Sans SC"/>
              </a:rPr>
              <a:t>全流程可追溯管理</a:t>
            </a:r>
            <a:r>
              <a:rPr sz="1200" b="0" i="0" u="none" strike="noStrike" spc="0">
                <a:solidFill>
                  <a:srgbClr val="0F2D55"/>
                </a:solidFill>
                <a:latin typeface="PingFang SC Regular" panose="020B0400000000000000" charset="-122"/>
                <a:ea typeface="PingFang SC Regular" panose="020B0400000000000000" charset="-122"/>
                <a:cs typeface="Noto Sans SC"/>
                <a:sym typeface="Noto Sans SC"/>
              </a:rPr>
              <a:t>：谋划到落地全程留痕，进度一屏可见</a:t>
            </a:r>
            <a:endParaRPr sz="1200" b="0" i="0" u="none" strike="noStrike" spc="0">
              <a:solidFill>
                <a:srgbClr val="0F2D55"/>
              </a:solidFill>
              <a:latin typeface="PingFang SC Regular" panose="020B0400000000000000" charset="-122"/>
              <a:ea typeface="PingFang SC Regular" panose="020B0400000000000000" charset="-122"/>
              <a:cs typeface="Noto Sans SC"/>
              <a:sym typeface="Noto Sans SC"/>
            </a:endParaRPr>
          </a:p>
        </p:txBody>
      </p:sp>
      <p:sp>
        <p:nvSpPr>
          <p:cNvPr id="24" name="Auto Shape 23"/>
          <p:cNvSpPr>
            <a:spLocks noGrp="1"/>
          </p:cNvSpPr>
          <p:nvPr/>
        </p:nvSpPr>
        <p:spPr>
          <a:xfrm>
            <a:off x="762000" y="3987800"/>
            <a:ext cx="4445000" cy="533400"/>
          </a:xfrm>
          <a:prstGeom prst="roundRect">
            <a:avLst>
              <a:gd name="adj" fmla="val 19048"/>
            </a:avLst>
          </a:prstGeom>
          <a:solidFill>
            <a:srgbClr val="F1F5F9"/>
          </a:solidFill>
          <a:ln w="25400" cap="flat" cmpd="sng">
            <a:noFill/>
            <a:round/>
          </a:ln>
          <a:effectLst>
            <a:outerShdw blurRad="101600" dist="38100" dir="5400000" algn="tl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 anchorCtr="0">
            <a:noAutofit/>
          </a:bodyPr>
          <a:lstStyle>
            <a:lvl1pPr algn="ctr" defTabSz="914400">
              <a:lnSpc>
                <a:spcPct val="100000"/>
              </a:lnSpc>
              <a:buNone/>
              <a:defRPr sz="1600">
                <a:solidFill>
                  <a:srgbClr val="1F2329"/>
                </a:solidFill>
                <a:latin typeface="Noto Sans SC"/>
              </a:defRPr>
            </a:lvl1pPr>
          </a:lstStyle>
          <a:p>
            <a:pPr algn="ctr"/>
            <a:endParaRPr>
              <a:latin typeface="PingFang SC Regular" panose="020B0400000000000000" charset="-122"/>
              <a:ea typeface="PingFang SC Regular" panose="020B0400000000000000" charset="-122"/>
            </a:endParaRPr>
          </a:p>
        </p:txBody>
      </p:sp>
      <p:sp>
        <p:nvSpPr>
          <p:cNvPr id="25" name="Text Box 24"/>
          <p:cNvSpPr txBox="1">
            <a:spLocks noGrp="1"/>
          </p:cNvSpPr>
          <p:nvPr/>
        </p:nvSpPr>
        <p:spPr>
          <a:xfrm>
            <a:off x="965200" y="4089400"/>
            <a:ext cx="4038600" cy="3556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 defTabSz="914400"/>
          </a:lstStyle>
          <a:p>
            <a:pPr algn="l" defTabSz="914400">
              <a:lnSpc>
                <a:spcPct val="100000"/>
              </a:lnSpc>
            </a:pPr>
            <a:r>
              <a:rPr sz="1200" b="0" i="0" u="none" strike="noStrike" spc="0">
                <a:solidFill>
                  <a:srgbClr val="64748B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Noto Sans SC"/>
              </a:rPr>
              <a:t>考核线下人工统计，月均约 </a:t>
            </a:r>
            <a:r>
              <a:rPr lang="en-US" sz="1200" b="0" i="0" u="none" strike="noStrike" spc="0">
                <a:solidFill>
                  <a:srgbClr val="64748B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Noto Sans SC"/>
              </a:rPr>
              <a:t>7~8</a:t>
            </a:r>
            <a:r>
              <a:rPr sz="1200" b="0" i="0" u="none" strike="noStrike" spc="0">
                <a:solidFill>
                  <a:srgbClr val="64748B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Noto Sans SC"/>
              </a:rPr>
              <a:t> 人天</a:t>
            </a:r>
            <a:endParaRPr sz="1200" b="0" i="0" u="none" strike="noStrike" spc="0">
              <a:solidFill>
                <a:srgbClr val="64748B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  <a:sym typeface="Noto Sans SC"/>
            </a:endParaRPr>
          </a:p>
        </p:txBody>
      </p:sp>
      <p:cxnSp>
        <p:nvCxnSpPr>
          <p:cNvPr id="26" name="Connector"/>
          <p:cNvCxnSpPr/>
          <p:nvPr/>
        </p:nvCxnSpPr>
        <p:spPr>
          <a:xfrm rot="-85926">
            <a:off x="5334079" y="4248166"/>
            <a:ext cx="508000" cy="12700"/>
          </a:xfrm>
          <a:prstGeom prst="straightConnector1">
            <a:avLst/>
          </a:prstGeom>
          <a:solidFill>
            <a:srgbClr val="DEE0E3"/>
          </a:solidFill>
          <a:ln w="25400" cap="flat" cmpd="sng">
            <a:solidFill>
              <a:srgbClr val="2563EB"/>
            </a:solidFill>
            <a:round/>
            <a:tailEnd type="arrow" w="med" len="med"/>
          </a:ln>
        </p:spPr>
      </p:cxnSp>
      <p:sp>
        <p:nvSpPr>
          <p:cNvPr id="27" name="Auto Shape 26"/>
          <p:cNvSpPr>
            <a:spLocks noGrp="1"/>
          </p:cNvSpPr>
          <p:nvPr/>
        </p:nvSpPr>
        <p:spPr>
          <a:xfrm>
            <a:off x="5969000" y="3987800"/>
            <a:ext cx="5461000" cy="533400"/>
          </a:xfrm>
          <a:prstGeom prst="roundRect">
            <a:avLst>
              <a:gd name="adj" fmla="val 19048"/>
            </a:avLst>
          </a:prstGeom>
          <a:solidFill>
            <a:srgbClr val="DBEAFE"/>
          </a:solidFill>
          <a:ln w="25400" cap="flat" cmpd="sng">
            <a:noFill/>
            <a:round/>
          </a:ln>
          <a:effectLst>
            <a:outerShdw blurRad="101600" dist="38100" dir="5400000" algn="tl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 anchorCtr="0">
            <a:noAutofit/>
          </a:bodyPr>
          <a:lstStyle>
            <a:lvl1pPr algn="ctr" defTabSz="914400">
              <a:lnSpc>
                <a:spcPct val="100000"/>
              </a:lnSpc>
              <a:buNone/>
              <a:defRPr sz="1600">
                <a:solidFill>
                  <a:srgbClr val="1F2329"/>
                </a:solidFill>
                <a:latin typeface="Noto Sans SC"/>
              </a:defRPr>
            </a:lvl1pPr>
          </a:lstStyle>
          <a:p>
            <a:pPr algn="ctr"/>
            <a:endParaRPr>
              <a:latin typeface="PingFang SC Regular" panose="020B0400000000000000" charset="-122"/>
              <a:ea typeface="PingFang SC Regular" panose="020B0400000000000000" charset="-122"/>
            </a:endParaRPr>
          </a:p>
        </p:txBody>
      </p:sp>
      <p:sp>
        <p:nvSpPr>
          <p:cNvPr id="28" name="Text Box 27"/>
          <p:cNvSpPr txBox="1">
            <a:spLocks noGrp="1"/>
          </p:cNvSpPr>
          <p:nvPr/>
        </p:nvSpPr>
        <p:spPr>
          <a:xfrm>
            <a:off x="6172200" y="4089400"/>
            <a:ext cx="5054600" cy="3556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 defTabSz="914400"/>
          </a:lstStyle>
          <a:p>
            <a:pPr algn="l" defTabSz="914400">
              <a:lnSpc>
                <a:spcPct val="100000"/>
              </a:lnSpc>
            </a:pPr>
            <a:r>
              <a:rPr sz="1200" b="1" i="0" u="none" strike="noStrike" spc="0">
                <a:solidFill>
                  <a:srgbClr val="0F2D55"/>
                </a:solidFill>
                <a:latin typeface="PingFang SC Regular" panose="020B0400000000000000" charset="-122"/>
                <a:ea typeface="PingFang SC Regular" panose="020B0400000000000000" charset="-122"/>
                <a:cs typeface="Noto Sans SC"/>
                <a:sym typeface="Noto Sans SC"/>
              </a:rPr>
              <a:t>考核全线上化</a:t>
            </a:r>
            <a:r>
              <a:rPr sz="1200" b="0" i="0" u="none" strike="noStrike" spc="0">
                <a:solidFill>
                  <a:srgbClr val="0F2D55"/>
                </a:solidFill>
                <a:latin typeface="PingFang SC Regular" panose="020B0400000000000000" charset="-122"/>
                <a:ea typeface="PingFang SC Regular" panose="020B0400000000000000" charset="-122"/>
                <a:cs typeface="Noto Sans SC"/>
                <a:sym typeface="Noto Sans SC"/>
              </a:rPr>
              <a:t>：填报、审核、统计全程线上，佐证材料线上留存</a:t>
            </a:r>
            <a:endParaRPr sz="1200" b="0" i="0" u="none" strike="noStrike" spc="0">
              <a:solidFill>
                <a:srgbClr val="0F2D55"/>
              </a:solidFill>
              <a:latin typeface="PingFang SC Regular" panose="020B0400000000000000" charset="-122"/>
              <a:ea typeface="PingFang SC Regular" panose="020B0400000000000000" charset="-122"/>
              <a:cs typeface="Noto Sans SC"/>
              <a:sym typeface="Noto Sans SC"/>
            </a:endParaRPr>
          </a:p>
        </p:txBody>
      </p:sp>
      <p:sp>
        <p:nvSpPr>
          <p:cNvPr id="29" name="Auto Shape 28"/>
          <p:cNvSpPr>
            <a:spLocks noGrp="1"/>
          </p:cNvSpPr>
          <p:nvPr/>
        </p:nvSpPr>
        <p:spPr>
          <a:xfrm>
            <a:off x="762000" y="4673600"/>
            <a:ext cx="4445000" cy="533400"/>
          </a:xfrm>
          <a:prstGeom prst="roundRect">
            <a:avLst>
              <a:gd name="adj" fmla="val 19048"/>
            </a:avLst>
          </a:prstGeom>
          <a:solidFill>
            <a:srgbClr val="F1F5F9"/>
          </a:solidFill>
          <a:ln w="25400" cap="flat" cmpd="sng">
            <a:noFill/>
            <a:round/>
          </a:ln>
          <a:effectLst>
            <a:outerShdw blurRad="101600" dist="38100" dir="5400000" algn="tl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 anchorCtr="0">
            <a:noAutofit/>
          </a:bodyPr>
          <a:lstStyle>
            <a:lvl1pPr algn="ctr" defTabSz="914400">
              <a:lnSpc>
                <a:spcPct val="100000"/>
              </a:lnSpc>
              <a:buNone/>
              <a:defRPr sz="1600">
                <a:solidFill>
                  <a:srgbClr val="1F2329"/>
                </a:solidFill>
                <a:latin typeface="Noto Sans SC"/>
              </a:defRPr>
            </a:lvl1pPr>
          </a:lstStyle>
          <a:p>
            <a:pPr algn="ctr"/>
            <a:endParaRPr>
              <a:latin typeface="PingFang SC Regular" panose="020B0400000000000000" charset="-122"/>
              <a:ea typeface="PingFang SC Regular" panose="020B0400000000000000" charset="-122"/>
            </a:endParaRPr>
          </a:p>
        </p:txBody>
      </p:sp>
      <p:sp>
        <p:nvSpPr>
          <p:cNvPr id="30" name="Text Box 29"/>
          <p:cNvSpPr txBox="1">
            <a:spLocks noGrp="1"/>
          </p:cNvSpPr>
          <p:nvPr/>
        </p:nvSpPr>
        <p:spPr>
          <a:xfrm>
            <a:off x="965200" y="4775200"/>
            <a:ext cx="4038600" cy="3556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 defTabSz="914400"/>
          </a:lstStyle>
          <a:p>
            <a:pPr algn="l" defTabSz="914400">
              <a:lnSpc>
                <a:spcPct val="100000"/>
              </a:lnSpc>
            </a:pPr>
            <a:r>
              <a:rPr sz="1200" b="0" i="0" u="none" strike="noStrike" spc="0">
                <a:solidFill>
                  <a:srgbClr val="64748B"/>
                </a:solidFill>
                <a:latin typeface="PingFang SC Regular" panose="020B0400000000000000" charset="-122"/>
                <a:ea typeface="PingFang SC Regular" panose="020B0400000000000000" charset="-122"/>
                <a:cs typeface="Noto Sans SC"/>
                <a:sym typeface="Noto Sans SC"/>
              </a:rPr>
              <a:t>多头填报、重复录入、口径不一</a:t>
            </a:r>
            <a:endParaRPr sz="1200" b="0" i="0" u="none" strike="noStrike" spc="0">
              <a:solidFill>
                <a:srgbClr val="64748B"/>
              </a:solidFill>
              <a:latin typeface="PingFang SC Regular" panose="020B0400000000000000" charset="-122"/>
              <a:ea typeface="PingFang SC Regular" panose="020B0400000000000000" charset="-122"/>
              <a:cs typeface="Noto Sans SC"/>
              <a:sym typeface="Noto Sans SC"/>
            </a:endParaRPr>
          </a:p>
        </p:txBody>
      </p:sp>
      <p:cxnSp>
        <p:nvCxnSpPr>
          <p:cNvPr id="31" name="Connector"/>
          <p:cNvCxnSpPr/>
          <p:nvPr/>
        </p:nvCxnSpPr>
        <p:spPr>
          <a:xfrm rot="-85926">
            <a:off x="5334079" y="4933966"/>
            <a:ext cx="508000" cy="12700"/>
          </a:xfrm>
          <a:prstGeom prst="straightConnector1">
            <a:avLst/>
          </a:prstGeom>
          <a:solidFill>
            <a:srgbClr val="DEE0E3"/>
          </a:solidFill>
          <a:ln w="25400" cap="flat" cmpd="sng">
            <a:solidFill>
              <a:srgbClr val="2563EB"/>
            </a:solidFill>
            <a:round/>
            <a:tailEnd type="arrow" w="med" len="med"/>
          </a:ln>
        </p:spPr>
      </p:cxnSp>
      <p:sp>
        <p:nvSpPr>
          <p:cNvPr id="32" name="Auto Shape 31"/>
          <p:cNvSpPr>
            <a:spLocks noGrp="1"/>
          </p:cNvSpPr>
          <p:nvPr/>
        </p:nvSpPr>
        <p:spPr>
          <a:xfrm>
            <a:off x="5969000" y="4673600"/>
            <a:ext cx="5461000" cy="533400"/>
          </a:xfrm>
          <a:prstGeom prst="roundRect">
            <a:avLst>
              <a:gd name="adj" fmla="val 19048"/>
            </a:avLst>
          </a:prstGeom>
          <a:solidFill>
            <a:srgbClr val="DBEAFE"/>
          </a:solidFill>
          <a:ln w="25400" cap="flat" cmpd="sng">
            <a:noFill/>
            <a:round/>
          </a:ln>
          <a:effectLst>
            <a:outerShdw blurRad="101600" dist="38100" dir="5400000" algn="tl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 anchorCtr="0">
            <a:noAutofit/>
          </a:bodyPr>
          <a:lstStyle>
            <a:lvl1pPr algn="ctr" defTabSz="914400">
              <a:lnSpc>
                <a:spcPct val="100000"/>
              </a:lnSpc>
              <a:buNone/>
              <a:defRPr sz="1600">
                <a:solidFill>
                  <a:srgbClr val="1F2329"/>
                </a:solidFill>
                <a:latin typeface="Noto Sans SC"/>
              </a:defRPr>
            </a:lvl1pPr>
          </a:lstStyle>
          <a:p>
            <a:pPr algn="ctr"/>
            <a:endParaRPr>
              <a:latin typeface="PingFang SC Regular" panose="020B0400000000000000" charset="-122"/>
              <a:ea typeface="PingFang SC Regular" panose="020B0400000000000000" charset="-122"/>
            </a:endParaRPr>
          </a:p>
        </p:txBody>
      </p:sp>
      <p:sp>
        <p:nvSpPr>
          <p:cNvPr id="33" name="Text Box 32"/>
          <p:cNvSpPr txBox="1">
            <a:spLocks noGrp="1"/>
          </p:cNvSpPr>
          <p:nvPr/>
        </p:nvSpPr>
        <p:spPr>
          <a:xfrm>
            <a:off x="6172200" y="4775200"/>
            <a:ext cx="5054600" cy="3556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 defTabSz="914400"/>
          </a:lstStyle>
          <a:p>
            <a:pPr algn="l" defTabSz="914400">
              <a:lnSpc>
                <a:spcPct val="100000"/>
              </a:lnSpc>
            </a:pPr>
            <a:r>
              <a:rPr sz="1200" b="1" i="0" u="none" strike="noStrike" spc="0">
                <a:solidFill>
                  <a:srgbClr val="0F2D55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Noto Sans SC"/>
              </a:rPr>
              <a:t>数据一次录入全程继承</a:t>
            </a:r>
            <a:r>
              <a:rPr sz="1200" b="0" i="0" u="none" strike="noStrike" spc="0">
                <a:solidFill>
                  <a:srgbClr val="0F2D55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Noto Sans SC"/>
              </a:rPr>
              <a:t>：AI 判重拦截重复，口径统一可验</a:t>
            </a:r>
            <a:endParaRPr sz="1200" b="0" i="0" u="none" strike="noStrike" spc="0">
              <a:solidFill>
                <a:srgbClr val="0F2D55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  <a:sym typeface="Noto Sans SC"/>
            </a:endParaRPr>
          </a:p>
        </p:txBody>
      </p:sp>
      <p:cxnSp>
        <p:nvCxnSpPr>
          <p:cNvPr id="34" name="Connector"/>
          <p:cNvCxnSpPr/>
          <p:nvPr/>
        </p:nvCxnSpPr>
        <p:spPr>
          <a:xfrm rot="-4093">
            <a:off x="762004" y="5454651"/>
            <a:ext cx="10668000" cy="12700"/>
          </a:xfrm>
          <a:prstGeom prst="straightConnector1">
            <a:avLst/>
          </a:prstGeom>
          <a:solidFill>
            <a:srgbClr val="DEE0E3"/>
          </a:solidFill>
          <a:ln w="12700" cap="flat" cmpd="sng">
            <a:solidFill>
              <a:srgbClr val="E2E8F0"/>
            </a:solidFill>
            <a:round/>
          </a:ln>
        </p:spPr>
      </p:cxnSp>
      <p:grpSp>
        <p:nvGrpSpPr>
          <p:cNvPr id="45" name="组合 44"/>
          <p:cNvGrpSpPr/>
          <p:nvPr/>
        </p:nvGrpSpPr>
        <p:grpSpPr>
          <a:xfrm>
            <a:off x="762000" y="5638800"/>
            <a:ext cx="1544320" cy="304800"/>
            <a:chOff x="1200" y="8880"/>
            <a:chExt cx="2000" cy="480"/>
          </a:xfrm>
        </p:grpSpPr>
        <p:sp>
          <p:nvSpPr>
            <p:cNvPr id="35" name="Auto Shape 34"/>
            <p:cNvSpPr>
              <a:spLocks noGrp="1"/>
            </p:cNvSpPr>
            <p:nvPr/>
          </p:nvSpPr>
          <p:spPr>
            <a:xfrm>
              <a:off x="1200" y="8880"/>
              <a:ext cx="2000" cy="480"/>
            </a:xfrm>
            <a:prstGeom prst="roundRect">
              <a:avLst>
                <a:gd name="adj" fmla="val 0"/>
              </a:avLst>
            </a:prstGeom>
            <a:solidFill>
              <a:srgbClr val="DBEAFE"/>
            </a:solidFill>
            <a:ln w="25400" cap="flat" cmpd="sng">
              <a:noFill/>
              <a:round/>
            </a:ln>
          </p:spPr>
          <p:txBody>
            <a:bodyPr vert="horz" wrap="square" lIns="63500" tIns="63500" rIns="63500" bIns="63500" rtlCol="0" anchor="ctr" anchorCtr="0">
              <a:noAutofit/>
            </a:bodyPr>
            <a:lstStyle>
              <a:lvl1pPr algn="ctr" defTabSz="914400">
                <a:lnSpc>
                  <a:spcPct val="100000"/>
                </a:lnSpc>
                <a:buNone/>
                <a:defRPr sz="1600">
                  <a:solidFill>
                    <a:srgbClr val="1F2329"/>
                  </a:solidFill>
                  <a:latin typeface="Noto Sans SC"/>
                </a:defRPr>
              </a:lvl1pPr>
            </a:lstStyle>
            <a:p>
              <a:pPr algn="ctr"/>
              <a:endParaRPr>
                <a:latin typeface="PingFang SC Regular" panose="020B0400000000000000" charset="-122"/>
                <a:ea typeface="PingFang SC Regular" panose="020B0400000000000000" charset="-122"/>
              </a:endParaRPr>
            </a:p>
          </p:txBody>
        </p:sp>
        <p:sp>
          <p:nvSpPr>
            <p:cNvPr id="36" name="Text Box 35"/>
            <p:cNvSpPr txBox="1">
              <a:spLocks noGrp="1"/>
            </p:cNvSpPr>
            <p:nvPr/>
          </p:nvSpPr>
          <p:spPr>
            <a:xfrm>
              <a:off x="1200" y="8920"/>
              <a:ext cx="2000" cy="400"/>
            </a:xfrm>
            <a:prstGeom prst="rect">
              <a:avLst/>
            </a:prstGeom>
            <a:noFill/>
            <a:ln w="12700" cap="flat" cmpd="sng">
              <a:noFill/>
              <a:round/>
            </a:ln>
          </p:spPr>
          <p:txBody>
            <a:bodyPr vert="horz" wrap="square" lIns="0" tIns="0" rIns="0" bIns="0" rtlCol="0" anchor="ctr">
              <a:noAutofit/>
            </a:bodyPr>
            <a:lstStyle>
              <a:lvl1pPr algn="ctr" defTabSz="914400"/>
            </a:lstStyle>
            <a:p>
              <a:pPr algn="l" defTabSz="914400">
                <a:lnSpc>
                  <a:spcPct val="100000"/>
                </a:lnSpc>
              </a:pPr>
              <a:r>
                <a:rPr lang="en-US" sz="1100" b="1" i="0" u="none" strike="noStrike" spc="100">
                  <a:solidFill>
                    <a:srgbClr val="2563EB"/>
                  </a:solidFill>
                  <a:latin typeface="PingFang SC Regular" panose="020B0400000000000000" charset="-122"/>
                  <a:ea typeface="PingFang SC Regular" panose="020B0400000000000000" charset="-122"/>
                  <a:cs typeface="Noto Sans SC"/>
                  <a:sym typeface="Noto Sans SC"/>
                </a:rPr>
                <a:t>  </a:t>
              </a:r>
              <a:r>
                <a:rPr sz="1100" b="1" i="0" u="none" strike="noStrike" spc="100">
                  <a:solidFill>
                    <a:srgbClr val="2563EB"/>
                  </a:solidFill>
                  <a:latin typeface="PingFang SC Regular" panose="020B0400000000000000" charset="-122"/>
                  <a:ea typeface="PingFang SC Regular" panose="020B0400000000000000" charset="-122"/>
                  <a:cs typeface="Noto Sans SC"/>
                  <a:sym typeface="Noto Sans SC"/>
                </a:rPr>
                <a:t>量化验收指标</a:t>
              </a:r>
              <a:endParaRPr sz="1100" b="1" i="0" u="none" strike="noStrike" spc="100">
                <a:solidFill>
                  <a:srgbClr val="2563EB"/>
                </a:solidFill>
                <a:latin typeface="PingFang SC Regular" panose="020B0400000000000000" charset="-122"/>
                <a:ea typeface="PingFang SC Regular" panose="020B0400000000000000" charset="-122"/>
                <a:cs typeface="Noto Sans SC"/>
                <a:sym typeface="Noto Sans SC"/>
              </a:endParaRPr>
            </a:p>
          </p:txBody>
        </p:sp>
      </p:grpSp>
      <p:sp>
        <p:nvSpPr>
          <p:cNvPr id="37" name="Auto Shape 36"/>
          <p:cNvSpPr>
            <a:spLocks noGrp="1"/>
          </p:cNvSpPr>
          <p:nvPr/>
        </p:nvSpPr>
        <p:spPr>
          <a:xfrm>
            <a:off x="762000" y="6045200"/>
            <a:ext cx="3302000" cy="685800"/>
          </a:xfrm>
          <a:prstGeom prst="roundRect">
            <a:avLst>
              <a:gd name="adj" fmla="val 14815"/>
            </a:avLst>
          </a:prstGeom>
          <a:solidFill>
            <a:srgbClr val="F1F5F9"/>
          </a:solidFill>
          <a:ln w="25400" cap="flat" cmpd="sng">
            <a:noFill/>
            <a:round/>
          </a:ln>
          <a:effectLst>
            <a:outerShdw blurRad="101600" dist="38100" dir="5400000" algn="tl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 anchorCtr="0">
            <a:noAutofit/>
          </a:bodyPr>
          <a:lstStyle>
            <a:lvl1pPr algn="ctr" defTabSz="914400">
              <a:lnSpc>
                <a:spcPct val="100000"/>
              </a:lnSpc>
              <a:buNone/>
              <a:defRPr sz="1600">
                <a:solidFill>
                  <a:srgbClr val="1F2329"/>
                </a:solidFill>
                <a:latin typeface="Noto Sans SC"/>
              </a:defRPr>
            </a:lvl1pPr>
          </a:lstStyle>
          <a:p>
            <a:pPr algn="ctr"/>
            <a:endParaRPr>
              <a:latin typeface="PingFang SC Regular" panose="020B0400000000000000" charset="-122"/>
              <a:ea typeface="PingFang SC Regular" panose="020B0400000000000000" charset="-122"/>
            </a:endParaRPr>
          </a:p>
        </p:txBody>
      </p:sp>
      <p:sp>
        <p:nvSpPr>
          <p:cNvPr id="38" name="Text Box 37"/>
          <p:cNvSpPr txBox="1">
            <a:spLocks noGrp="1"/>
          </p:cNvSpPr>
          <p:nvPr/>
        </p:nvSpPr>
        <p:spPr>
          <a:xfrm>
            <a:off x="762000" y="6096000"/>
            <a:ext cx="3302000" cy="6096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ctr" defTabSz="914400"/>
          </a:lstStyle>
          <a:p>
            <a:pPr algn="ctr" defTabSz="914400">
              <a:lnSpc>
                <a:spcPct val="108000"/>
              </a:lnSpc>
            </a:pPr>
            <a:r>
              <a:rPr sz="2400" b="1" i="0" u="none" strike="noStrike" spc="0">
                <a:solidFill>
                  <a:srgbClr val="2563EB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Noto Sans SC"/>
              </a:rPr>
              <a:t>≥ </a:t>
            </a:r>
            <a:r>
              <a:rPr lang="en-US" sz="2400" b="1" i="0" u="none" strike="noStrike" spc="0">
                <a:solidFill>
                  <a:srgbClr val="2563EB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Noto Sans SC"/>
              </a:rPr>
              <a:t>75</a:t>
            </a:r>
            <a:r>
              <a:rPr sz="2400" b="1" i="0" u="none" strike="noStrike" spc="0">
                <a:solidFill>
                  <a:srgbClr val="2563EB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Noto Sans SC"/>
              </a:rPr>
              <a:t>%</a:t>
            </a:r>
            <a:endParaRPr sz="2400" b="1" i="0" u="none" strike="noStrike" spc="0">
              <a:solidFill>
                <a:srgbClr val="2563EB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  <a:sym typeface="Noto Sans SC"/>
            </a:endParaRPr>
          </a:p>
          <a:p>
            <a:pPr algn="ctr" defTabSz="914400">
              <a:lnSpc>
                <a:spcPct val="108000"/>
              </a:lnSpc>
            </a:pPr>
            <a:r>
              <a:rPr sz="1000" b="0" i="0" u="none" strike="noStrike" spc="0">
                <a:solidFill>
                  <a:srgbClr val="64748B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Noto Sans SC"/>
              </a:rPr>
              <a:t>AI 判重准确率</a:t>
            </a:r>
            <a:endParaRPr sz="1000" b="0" i="0" u="none" strike="noStrike" spc="0">
              <a:solidFill>
                <a:srgbClr val="64748B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  <a:sym typeface="Noto Sans SC"/>
            </a:endParaRPr>
          </a:p>
        </p:txBody>
      </p:sp>
      <p:sp>
        <p:nvSpPr>
          <p:cNvPr id="39" name="Auto Shape 38"/>
          <p:cNvSpPr>
            <a:spLocks noGrp="1"/>
          </p:cNvSpPr>
          <p:nvPr/>
        </p:nvSpPr>
        <p:spPr>
          <a:xfrm>
            <a:off x="4445000" y="6045200"/>
            <a:ext cx="3302000" cy="685800"/>
          </a:xfrm>
          <a:prstGeom prst="roundRect">
            <a:avLst>
              <a:gd name="adj" fmla="val 14815"/>
            </a:avLst>
          </a:prstGeom>
          <a:solidFill>
            <a:srgbClr val="F1F5F9"/>
          </a:solidFill>
          <a:ln w="25400" cap="flat" cmpd="sng">
            <a:noFill/>
            <a:round/>
          </a:ln>
          <a:effectLst>
            <a:outerShdw blurRad="101600" dist="38100" dir="5400000" algn="tl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 anchorCtr="0">
            <a:noAutofit/>
          </a:bodyPr>
          <a:lstStyle>
            <a:lvl1pPr algn="ctr" defTabSz="914400">
              <a:lnSpc>
                <a:spcPct val="100000"/>
              </a:lnSpc>
              <a:buNone/>
              <a:defRPr sz="1600">
                <a:solidFill>
                  <a:srgbClr val="1F2329"/>
                </a:solidFill>
                <a:latin typeface="Noto Sans SC"/>
              </a:defRPr>
            </a:lvl1pPr>
          </a:lstStyle>
          <a:p>
            <a:pPr algn="ctr"/>
            <a:endParaRPr>
              <a:latin typeface="PingFang SC Regular" panose="020B0400000000000000" charset="-122"/>
              <a:ea typeface="PingFang SC Regular" panose="020B0400000000000000" charset="-122"/>
            </a:endParaRPr>
          </a:p>
        </p:txBody>
      </p:sp>
      <p:sp>
        <p:nvSpPr>
          <p:cNvPr id="40" name="Text Box 39"/>
          <p:cNvSpPr txBox="1">
            <a:spLocks noGrp="1"/>
          </p:cNvSpPr>
          <p:nvPr/>
        </p:nvSpPr>
        <p:spPr>
          <a:xfrm>
            <a:off x="4445000" y="6096000"/>
            <a:ext cx="3302000" cy="6096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ctr" defTabSz="914400"/>
          </a:lstStyle>
          <a:p>
            <a:pPr algn="ctr" defTabSz="914400">
              <a:lnSpc>
                <a:spcPct val="108000"/>
              </a:lnSpc>
            </a:pPr>
            <a:r>
              <a:rPr sz="2400" b="1" i="0" u="none" strike="noStrike" spc="0">
                <a:solidFill>
                  <a:srgbClr val="2563EB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Noto Sans SC"/>
              </a:rPr>
              <a:t>≥ </a:t>
            </a:r>
            <a:r>
              <a:rPr lang="en-US" sz="2400" b="1" i="0" u="none" strike="noStrike" spc="0">
                <a:solidFill>
                  <a:srgbClr val="2563EB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Noto Sans SC"/>
              </a:rPr>
              <a:t>4</a:t>
            </a:r>
            <a:r>
              <a:rPr lang="zh-CN" altLang="en-US" sz="2400" b="1" i="0" u="none" strike="noStrike" spc="0">
                <a:solidFill>
                  <a:srgbClr val="2563EB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Noto Sans SC"/>
              </a:rPr>
              <a:t>段</a:t>
            </a:r>
            <a:endParaRPr sz="2400" b="1" i="0" u="none" strike="noStrike" spc="0">
              <a:solidFill>
                <a:srgbClr val="2563EB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  <a:sym typeface="Noto Sans SC"/>
            </a:endParaRPr>
          </a:p>
          <a:p>
            <a:pPr algn="ctr" defTabSz="914400">
              <a:lnSpc>
                <a:spcPct val="108000"/>
              </a:lnSpc>
            </a:pPr>
            <a:r>
              <a:rPr lang="en-US" altLang="zh-CN" sz="1000" b="0" i="0" u="none" strike="noStrike" spc="0">
                <a:solidFill>
                  <a:srgbClr val="64748B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Noto Sans SC"/>
              </a:rPr>
              <a:t>AI </a:t>
            </a:r>
            <a:r>
              <a:rPr lang="zh-CN" altLang="en-US" sz="1000" b="0" i="0" u="none" strike="noStrike" spc="0">
                <a:solidFill>
                  <a:srgbClr val="64748B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Noto Sans SC"/>
              </a:rPr>
              <a:t>项目摘要结构</a:t>
            </a:r>
            <a:r>
              <a:rPr lang="zh-CN" altLang="en-US" sz="1000" b="0" i="0" u="none" strike="noStrike" spc="0">
                <a:solidFill>
                  <a:srgbClr val="64748B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Noto Sans SC"/>
              </a:rPr>
              <a:t>覆盖</a:t>
            </a:r>
            <a:endParaRPr lang="zh-CN" altLang="en-US" sz="1000" b="0" i="0" u="none" strike="noStrike" spc="0">
              <a:solidFill>
                <a:srgbClr val="64748B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  <a:sym typeface="Noto Sans SC"/>
            </a:endParaRPr>
          </a:p>
        </p:txBody>
      </p:sp>
      <p:sp>
        <p:nvSpPr>
          <p:cNvPr id="41" name="Auto Shape 40"/>
          <p:cNvSpPr>
            <a:spLocks noGrp="1"/>
          </p:cNvSpPr>
          <p:nvPr/>
        </p:nvSpPr>
        <p:spPr>
          <a:xfrm>
            <a:off x="8128000" y="6045200"/>
            <a:ext cx="3302000" cy="685800"/>
          </a:xfrm>
          <a:prstGeom prst="roundRect">
            <a:avLst>
              <a:gd name="adj" fmla="val 14815"/>
            </a:avLst>
          </a:prstGeom>
          <a:solidFill>
            <a:srgbClr val="F1F5F9"/>
          </a:solidFill>
          <a:ln w="25400" cap="flat" cmpd="sng">
            <a:noFill/>
            <a:round/>
          </a:ln>
          <a:effectLst>
            <a:outerShdw blurRad="101600" dist="38100" dir="5400000" algn="tl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 anchorCtr="0">
            <a:noAutofit/>
          </a:bodyPr>
          <a:lstStyle>
            <a:lvl1pPr algn="ctr" defTabSz="914400">
              <a:lnSpc>
                <a:spcPct val="100000"/>
              </a:lnSpc>
              <a:buNone/>
              <a:defRPr sz="1600">
                <a:solidFill>
                  <a:srgbClr val="1F2329"/>
                </a:solidFill>
                <a:latin typeface="Noto Sans SC"/>
              </a:defRPr>
            </a:lvl1pPr>
          </a:lstStyle>
          <a:p>
            <a:pPr algn="ctr"/>
            <a:endParaRPr>
              <a:latin typeface="PingFang SC Regular" panose="020B0400000000000000" charset="-122"/>
              <a:ea typeface="PingFang SC Regular" panose="020B0400000000000000" charset="-122"/>
            </a:endParaRPr>
          </a:p>
        </p:txBody>
      </p:sp>
      <p:sp>
        <p:nvSpPr>
          <p:cNvPr id="42" name="Text Box 41"/>
          <p:cNvSpPr txBox="1">
            <a:spLocks noGrp="1"/>
          </p:cNvSpPr>
          <p:nvPr/>
        </p:nvSpPr>
        <p:spPr>
          <a:xfrm>
            <a:off x="8128000" y="6096000"/>
            <a:ext cx="3302000" cy="6096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ctr" defTabSz="914400"/>
          </a:lstStyle>
          <a:p>
            <a:pPr algn="ctr" defTabSz="914400">
              <a:lnSpc>
                <a:spcPct val="108000"/>
              </a:lnSpc>
            </a:pPr>
            <a:r>
              <a:rPr sz="2400" b="1" i="0" u="none" strike="noStrike" spc="0">
                <a:solidFill>
                  <a:srgbClr val="2563EB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Noto Sans SC"/>
              </a:rPr>
              <a:t>≥ 90%</a:t>
            </a:r>
            <a:endParaRPr sz="2400" b="1" i="0" u="none" strike="noStrike" spc="0">
              <a:solidFill>
                <a:srgbClr val="2563EB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  <a:sym typeface="Noto Sans SC"/>
            </a:endParaRPr>
          </a:p>
          <a:p>
            <a:pPr algn="ctr" defTabSz="914400">
              <a:lnSpc>
                <a:spcPct val="108000"/>
              </a:lnSpc>
            </a:pPr>
            <a:r>
              <a:rPr lang="en-US" sz="1000" b="0" i="0" u="none" strike="noStrike" spc="0">
                <a:solidFill>
                  <a:srgbClr val="64748B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Noto Sans SC"/>
              </a:rPr>
              <a:t>AI</a:t>
            </a:r>
            <a:r>
              <a:rPr lang="zh-CN" altLang="en-US" sz="1000" b="0" i="0" u="none" strike="noStrike" spc="0">
                <a:solidFill>
                  <a:srgbClr val="64748B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Noto Sans SC"/>
              </a:rPr>
              <a:t>报告</a:t>
            </a:r>
            <a:r>
              <a:rPr sz="1000" b="0" i="0" u="none" strike="noStrike" spc="0">
                <a:solidFill>
                  <a:srgbClr val="64748B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Noto Sans SC"/>
              </a:rPr>
              <a:t>统计口径验算一致率</a:t>
            </a:r>
            <a:endParaRPr sz="1000" b="0" i="0" u="none" strike="noStrike" spc="0">
              <a:solidFill>
                <a:srgbClr val="64748B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  <a:sym typeface="Noto Sans SC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RESOURCE_RECORD_KEY" val="{&quot;10&quot;:[20090603,20090620,20090652,3635674],&quot;70&quot;:[3312207]}"/>
  <p:tag name="resource_record_key" val="{&quot;10&quot;:[20090603,20090620,20090652,3635674],&quot;70&quot;:[3312207,3314167]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_Office 主题​​">
  <a:themeElements>
    <a:clrScheme name="蓝色系-火山引擎全家福2">
      <a:dk1>
        <a:sysClr val="windowText" lastClr="000000"/>
      </a:dk1>
      <a:lt1>
        <a:srgbClr val="FFFFFF"/>
      </a:lt1>
      <a:dk2>
        <a:srgbClr val="44546A"/>
      </a:dk2>
      <a:lt2>
        <a:srgbClr val="E7E6E6"/>
      </a:lt2>
      <a:accent1>
        <a:srgbClr val="0156FF"/>
      </a:accent1>
      <a:accent2>
        <a:srgbClr val="6AEDFF"/>
      </a:accent2>
      <a:accent3>
        <a:srgbClr val="3336FF"/>
      </a:accent3>
      <a:accent4>
        <a:srgbClr val="3F83FE"/>
      </a:accent4>
      <a:accent5>
        <a:srgbClr val="3336FF"/>
      </a:accent5>
      <a:accent6>
        <a:srgbClr val="AF94FF"/>
      </a:accent6>
      <a:hlink>
        <a:srgbClr val="A7F5FF"/>
      </a:hlink>
      <a:folHlink>
        <a:srgbClr val="954F72"/>
      </a:folHlink>
    </a:clrScheme>
    <a:fontScheme name="自定义 2">
      <a:majorFont>
        <a:latin typeface="方正兰亭中粗黑简体"/>
        <a:ea typeface="方正兰亭中粗黑简体"/>
        <a:cs typeface="Helvetica Neue"/>
      </a:majorFont>
      <a:minorFont>
        <a:latin typeface="方正兰亭黑简体"/>
        <a:ea typeface="方正兰亭黑简体"/>
        <a:cs typeface="Helvetica Neue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2.目录/跨页/特殊版式">
  <a:themeElements>
    <a:clrScheme name="自定义 1">
      <a:dk1>
        <a:srgbClr val="000000"/>
      </a:dk1>
      <a:lt1>
        <a:sysClr val="window" lastClr="FFFFFF"/>
      </a:lt1>
      <a:dk2>
        <a:srgbClr val="1664FF"/>
      </a:dk2>
      <a:lt2>
        <a:srgbClr val="F8F8F8"/>
      </a:lt2>
      <a:accent1>
        <a:srgbClr val="1664FF"/>
      </a:accent1>
      <a:accent2>
        <a:srgbClr val="4D4D4D"/>
      </a:accent2>
      <a:accent3>
        <a:srgbClr val="35EDE8"/>
      </a:accent3>
      <a:accent4>
        <a:srgbClr val="B2B2B2"/>
      </a:accent4>
      <a:accent5>
        <a:srgbClr val="00B0F0"/>
      </a:accent5>
      <a:accent6>
        <a:srgbClr val="B2B2B2"/>
      </a:accent6>
      <a:hlink>
        <a:srgbClr val="FFC000"/>
      </a:hlink>
      <a:folHlink>
        <a:srgbClr val="FF00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79000">
              <a:schemeClr val="tx2"/>
            </a:gs>
            <a:gs pos="0">
              <a:schemeClr val="tx2">
                <a:lumMod val="40000"/>
                <a:lumOff val="60000"/>
              </a:schemeClr>
            </a:gs>
          </a:gsLst>
          <a:lin ang="9000000" scaled="0"/>
          <a:tileRect/>
        </a:gradFill>
        <a:ln w="6350">
          <a:gradFill>
            <a:gsLst>
              <a:gs pos="0">
                <a:schemeClr val="bg1"/>
              </a:gs>
              <a:gs pos="36000">
                <a:schemeClr val="accent1">
                  <a:lumMod val="45000"/>
                  <a:lumOff val="55000"/>
                </a:schemeClr>
              </a:gs>
              <a:gs pos="64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5400000" scaled="1"/>
          </a:gradFill>
        </a:ln>
        <a:effectLst>
          <a:outerShdw blurRad="241300" dist="88900" dir="2700000" algn="tl" rotWithShape="0">
            <a:schemeClr val="accent1">
              <a:alpha val="10000"/>
            </a:schemeClr>
          </a:outerShdw>
        </a:effectLst>
        <a:scene3d>
          <a:camera prst="orthographicFront"/>
          <a:lightRig rig="contrasting" dir="t"/>
        </a:scene3d>
        <a:sp3d extrusionH="50800"/>
      </a:spPr>
      <a:bodyPr rtlCol="0" anchor="ctr"/>
      <a:lstStyle>
        <a:defPPr algn="ctr" defTabSz="1727835">
          <a:defRPr kumimoji="1" sz="1400" kern="0" dirty="0">
            <a:solidFill>
              <a:schemeClr val="bg1"/>
            </a:solidFill>
            <a:effectLst>
              <a:outerShdw blurRad="38100" dist="38100" dir="2700000" algn="tl">
                <a:schemeClr val="accent1">
                  <a:alpha val="43000"/>
                </a:schemeClr>
              </a:outerShdw>
            </a:effectLst>
            <a:latin typeface="FZLanTingHeiS-DB-GB" pitchFamily="2" charset="-122"/>
            <a:ea typeface="FZLanTingHeiS-DB-GB" pitchFamily="2" charset="-122"/>
            <a:cs typeface="Segoe UI Light" panose="020B0502040204020203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2.目录/跨页/特殊版式">
  <a:themeElements>
    <a:clrScheme name="自定义 1">
      <a:dk1>
        <a:srgbClr val="000000"/>
      </a:dk1>
      <a:lt1>
        <a:sysClr val="window" lastClr="FFFFFF"/>
      </a:lt1>
      <a:dk2>
        <a:srgbClr val="1664FF"/>
      </a:dk2>
      <a:lt2>
        <a:srgbClr val="F8F8F8"/>
      </a:lt2>
      <a:accent1>
        <a:srgbClr val="1664FF"/>
      </a:accent1>
      <a:accent2>
        <a:srgbClr val="4D4D4D"/>
      </a:accent2>
      <a:accent3>
        <a:srgbClr val="35EDE8"/>
      </a:accent3>
      <a:accent4>
        <a:srgbClr val="B2B2B2"/>
      </a:accent4>
      <a:accent5>
        <a:srgbClr val="00B0F0"/>
      </a:accent5>
      <a:accent6>
        <a:srgbClr val="B2B2B2"/>
      </a:accent6>
      <a:hlink>
        <a:srgbClr val="FFC000"/>
      </a:hlink>
      <a:folHlink>
        <a:srgbClr val="FF00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79000">
              <a:schemeClr val="tx2"/>
            </a:gs>
            <a:gs pos="0">
              <a:schemeClr val="tx2">
                <a:lumMod val="40000"/>
                <a:lumOff val="60000"/>
              </a:schemeClr>
            </a:gs>
          </a:gsLst>
          <a:lin ang="9000000" scaled="0"/>
          <a:tileRect/>
        </a:gradFill>
        <a:ln w="6350">
          <a:gradFill>
            <a:gsLst>
              <a:gs pos="0">
                <a:schemeClr val="bg1"/>
              </a:gs>
              <a:gs pos="36000">
                <a:schemeClr val="accent1">
                  <a:lumMod val="45000"/>
                  <a:lumOff val="55000"/>
                </a:schemeClr>
              </a:gs>
              <a:gs pos="64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5400000" scaled="1"/>
          </a:gradFill>
        </a:ln>
        <a:effectLst>
          <a:outerShdw blurRad="241300" dist="88900" dir="2700000" algn="tl" rotWithShape="0">
            <a:schemeClr val="accent1">
              <a:alpha val="10000"/>
            </a:schemeClr>
          </a:outerShdw>
        </a:effectLst>
        <a:scene3d>
          <a:camera prst="orthographicFront"/>
          <a:lightRig rig="contrasting" dir="t"/>
        </a:scene3d>
        <a:sp3d extrusionH="50800"/>
      </a:spPr>
      <a:bodyPr rtlCol="0" anchor="ctr"/>
      <a:lstStyle>
        <a:defPPr algn="ctr" defTabSz="1727835">
          <a:defRPr kumimoji="1" sz="1400" kern="0" dirty="0">
            <a:solidFill>
              <a:schemeClr val="bg1"/>
            </a:solidFill>
            <a:effectLst>
              <a:outerShdw blurRad="38100" dist="38100" dir="2700000" algn="tl">
                <a:schemeClr val="accent1">
                  <a:alpha val="43000"/>
                </a:schemeClr>
              </a:outerShdw>
            </a:effectLst>
            <a:latin typeface="FZLanTingHeiS-DB-GB" pitchFamily="2" charset="-122"/>
            <a:ea typeface="FZLanTingHeiS-DB-GB" pitchFamily="2" charset="-122"/>
            <a:cs typeface="Segoe UI Light" panose="020B0502040204020203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1678</Words>
  <Application>WPS 演示</Application>
  <PresentationFormat>宽屏</PresentationFormat>
  <Paragraphs>201</Paragraphs>
  <Slides>8</Slides>
  <Notes>33</Notes>
  <HiddenSlides>1</HiddenSlides>
  <MMClips>11</MMClips>
  <ScaleCrop>false</ScaleCrop>
  <HeadingPairs>
    <vt:vector size="6" baseType="variant">
      <vt:variant>
        <vt:lpstr>已用的字体</vt:lpstr>
      </vt:variant>
      <vt:variant>
        <vt:i4>34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8</vt:i4>
      </vt:variant>
    </vt:vector>
  </HeadingPairs>
  <TitlesOfParts>
    <vt:vector size="46" baseType="lpstr">
      <vt:lpstr>Arial</vt:lpstr>
      <vt:lpstr>宋体</vt:lpstr>
      <vt:lpstr>Wingdings</vt:lpstr>
      <vt:lpstr>方正兰亭黑简体</vt:lpstr>
      <vt:lpstr>FZLanTingHeiS-EB-GB</vt:lpstr>
      <vt:lpstr>Thonburi</vt:lpstr>
      <vt:lpstr>FZLanTingHeiS-R-GB</vt:lpstr>
      <vt:lpstr>FZLanTingHeiS-DB-GB</vt:lpstr>
      <vt:lpstr>苹方-简</vt:lpstr>
      <vt:lpstr>Segoe UI Light</vt:lpstr>
      <vt:lpstr>Byte Sans Medium</vt:lpstr>
      <vt:lpstr>微软雅黑</vt:lpstr>
      <vt:lpstr>Byte Sans SemiLight</vt:lpstr>
      <vt:lpstr>微软雅黑 Light</vt:lpstr>
      <vt:lpstr>PingFang SC</vt:lpstr>
      <vt:lpstr>Noto Sans SC</vt:lpstr>
      <vt:lpstr>Times New Roman</vt:lpstr>
      <vt:lpstr>宋体</vt:lpstr>
      <vt:lpstr>汉仪书宋二KW</vt:lpstr>
      <vt:lpstr>等线 Light</vt:lpstr>
      <vt:lpstr>汉仪中等线KW</vt:lpstr>
      <vt:lpstr>等线</vt:lpstr>
      <vt:lpstr>方正兰亭中粗黑简体</vt:lpstr>
      <vt:lpstr>汉仪中黑KW</vt:lpstr>
      <vt:lpstr>Helvetica Neue</vt:lpstr>
      <vt:lpstr>Calibri</vt:lpstr>
      <vt:lpstr>Arial Unicode MS</vt:lpstr>
      <vt:lpstr>Noto Sans SC</vt:lpstr>
      <vt:lpstr>微软雅黑</vt:lpstr>
      <vt:lpstr>PingFang SC Semibold</vt:lpstr>
      <vt:lpstr>FZLanTingHeiS-DB-GB</vt:lpstr>
      <vt:lpstr>FZLanTingHeiS-EB-GB</vt:lpstr>
      <vt:lpstr>微软雅黑 Light</vt:lpstr>
      <vt:lpstr>PingFang SC Regular</vt:lpstr>
      <vt:lpstr>Office 主题​​</vt:lpstr>
      <vt:lpstr>4_Office 主题​​</vt:lpstr>
      <vt:lpstr>3_2.目录/跨页/特殊版式</vt:lpstr>
      <vt:lpstr>1_2.目录/跨页/特殊版式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冯杰</dc:creator>
  <dc:description>﻿﻿﻿﻿﻿﻿﻿﻿﻿﻿﻿﻿﻿﻿﻿﻿﻿﻿﻿﻿﻿﻿﻿⁠‌﻿⁢‍</dc:description>
  <cp:lastModifiedBy>康康</cp:lastModifiedBy>
  <cp:revision>173</cp:revision>
  <dcterms:created xsi:type="dcterms:W3CDTF">2026-09-17T09:07:26Z</dcterms:created>
  <dcterms:modified xsi:type="dcterms:W3CDTF">2026-09-17T09:07:26Z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071E19D0C6EC4E338AFEE3BF55155A21_13</vt:lpwstr>
  </property>
  <property fmtid="{D5CDD505-2E9C-101B-9397-08002B2CF9AE}" pid="3" name="KSOProductBuildVer">
    <vt:lpwstr>2052-12.1.26026.26026</vt:lpwstr>
  </property>
</Properties>
</file>