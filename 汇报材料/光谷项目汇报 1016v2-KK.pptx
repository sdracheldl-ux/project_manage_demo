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5" r:id="rId4"/>
    <p:sldMasterId id="2147483674" r:id="rId5"/>
  </p:sldMasterIdLst>
  <p:notesMasterIdLst>
    <p:notesMasterId r:id="rId7"/>
  </p:notesMasterIdLst>
  <p:sldIdLst>
    <p:sldId id="266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41" userDrawn="1">
          <p15:clr>
            <a:srgbClr val="747775"/>
          </p15:clr>
        </p15:guide>
        <p15:guide id="2" pos="2874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4D33"/>
    <a:srgbClr val="3E96F8"/>
    <a:srgbClr val="F5F8FF"/>
    <a:srgbClr val="F0FAF5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1"/>
        <p:guide pos="287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浅色-空白内容页（有 logo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" hasCustomPrompt="1"/>
          </p:nvPr>
        </p:nvSpPr>
        <p:spPr>
          <a:xfrm>
            <a:off x="482601" y="363855"/>
            <a:ext cx="9501187" cy="471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  <a:endParaRPr lang="en-US" sz="2400" b="1" i="0" u="none" strike="noStrike">
              <a:solidFill>
                <a:srgbClr val="00000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424406" y="381362"/>
            <a:ext cx="58195" cy="311150"/>
            <a:chOff x="424406" y="381362"/>
            <a:chExt cx="58195" cy="311150"/>
          </a:xfrm>
        </p:grpSpPr>
        <p:sp>
          <p:nvSpPr>
            <p:cNvPr id="4" name="AutoShape 4"/>
            <p:cNvSpPr/>
            <p:nvPr/>
          </p:nvSpPr>
          <p:spPr>
            <a:xfrm>
              <a:off x="424406" y="381362"/>
              <a:ext cx="58195" cy="311150"/>
            </a:xfrm>
            <a:prstGeom prst="rect">
              <a:avLst/>
            </a:prstGeom>
            <a:solidFill>
              <a:srgbClr val="1664FF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/>
                  <a:ea typeface="等线"/>
                  <a:cs typeface="等线"/>
                  <a:sym typeface="等线"/>
                </a:rPr>
                <a:t> 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424406" y="574675"/>
              <a:ext cx="58195" cy="117837"/>
            </a:xfrm>
            <a:prstGeom prst="rect">
              <a:avLst/>
            </a:prstGeom>
            <a:solidFill>
              <a:srgbClr val="00E4E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/>
                  <a:ea typeface="等线"/>
                  <a:cs typeface="等线"/>
                  <a:sym typeface="等线"/>
                </a:rPr>
                <a:t> </a:t>
              </a:r>
              <a:endParaRPr lang="en-US" sz="1100"/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r="62609"/>
          <a:stretch>
            <a:fillRect/>
          </a:stretch>
        </p:blipFill>
        <p:spPr>
          <a:xfrm>
            <a:off x="10220958" y="356553"/>
            <a:ext cx="1315720" cy="33595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浅色空白页/整图/视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r="62609"/>
          <a:stretch>
            <a:fillRect/>
          </a:stretch>
        </p:blipFill>
        <p:spPr>
          <a:xfrm>
            <a:off x="10220958" y="356553"/>
            <a:ext cx="1315720" cy="33595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180网格-浅色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2270" y="381369"/>
            <a:ext cx="45719" cy="311156"/>
          </a:xfrm>
          <a:prstGeom prst="rect">
            <a:avLst/>
          </a:prstGeom>
          <a:solidFill>
            <a:srgbClr val="1664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5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58463" y="333382"/>
            <a:ext cx="1225550" cy="30639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>
            <p:ph type="body" sz="quarter" idx="2" hasCustomPrompt="1"/>
          </p:nvPr>
        </p:nvSpPr>
        <p:spPr>
          <a:xfrm>
            <a:off x="442914" y="314399"/>
            <a:ext cx="9501187" cy="47149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  <a:endParaRPr lang="en-US" sz="2400" b="1" i="0" u="none" strike="noStrike">
              <a:solidFill>
                <a:srgbClr val="00000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" hasCustomPrompt="1"/>
          </p:nvPr>
        </p:nvSpPr>
        <p:spPr>
          <a:xfrm>
            <a:off x="482601" y="305478"/>
            <a:ext cx="9501187" cy="471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FZLanTingHeiS-EB-GB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FZLanTingHeiS-EB-GB"/>
                <a:ea typeface="FZLanTingHeiS-EB-GB"/>
                <a:cs typeface="FZLanTingHeiS-EB-GB"/>
                <a:sym typeface="FZLanTingHeiS-EB-GB"/>
              </a:rPr>
              <a:t>单击此处编辑母版标题样式</a:t>
            </a:r>
            <a:endParaRPr lang="en-US" sz="2400" b="0" i="0" u="none" strike="noStrike">
              <a:solidFill>
                <a:srgbClr val="000000"/>
              </a:solidFill>
              <a:latin typeface="FZLanTingHeiS-EB-GB"/>
              <a:ea typeface="FZLanTingHeiS-EB-GB"/>
              <a:cs typeface="FZLanTingHeiS-EB-GB"/>
              <a:sym typeface="FZLanTingHeiS-EB-GB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424406" y="381362"/>
            <a:ext cx="58195" cy="311150"/>
            <a:chOff x="424406" y="381362"/>
            <a:chExt cx="58195" cy="311150"/>
          </a:xfrm>
        </p:grpSpPr>
        <p:sp>
          <p:nvSpPr>
            <p:cNvPr id="4" name="AutoShape 4"/>
            <p:cNvSpPr/>
            <p:nvPr/>
          </p:nvSpPr>
          <p:spPr>
            <a:xfrm>
              <a:off x="424406" y="381362"/>
              <a:ext cx="58195" cy="311150"/>
            </a:xfrm>
            <a:prstGeom prst="rect">
              <a:avLst/>
            </a:prstGeom>
            <a:solidFill>
              <a:srgbClr val="1664FF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/>
                  <a:ea typeface="等线"/>
                  <a:cs typeface="等线"/>
                  <a:sym typeface="等线"/>
                </a:rPr>
                <a:t> 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424406" y="574675"/>
              <a:ext cx="58195" cy="117837"/>
            </a:xfrm>
            <a:prstGeom prst="rect">
              <a:avLst/>
            </a:prstGeom>
            <a:solidFill>
              <a:srgbClr val="00E4E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/>
                  <a:ea typeface="等线"/>
                  <a:cs typeface="等线"/>
                  <a:sym typeface="等线"/>
                </a:rPr>
                <a:t> </a:t>
              </a:r>
              <a:endParaRPr lang="en-US" sz="1100"/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r="62609"/>
          <a:stretch>
            <a:fillRect/>
          </a:stretch>
        </p:blipFill>
        <p:spPr>
          <a:xfrm>
            <a:off x="10220958" y="300798"/>
            <a:ext cx="1315720" cy="33595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浅色-中英文混排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2913" y="333376"/>
            <a:ext cx="1225550" cy="30638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 txBox="1"/>
          <p:nvPr/>
        </p:nvSpPr>
        <p:spPr>
          <a:xfrm>
            <a:off x="10065276" y="6468550"/>
            <a:ext cx="1890537" cy="2307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www.volcengine.com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256513" y="6468550"/>
            <a:ext cx="4089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Copyright©202</a:t>
            </a:r>
            <a:r>
              <a:rPr lang="en-US" sz="9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6</a:t>
            </a:r>
            <a:r>
              <a:rPr lang="en-US" sz="9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VolcanoEngine.Allrightsreserved.</a:t>
            </a:r>
            <a:endParaRPr lang="en-US" sz="110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浅色-中英文混排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A2C1FF">
                  <a:alpha val="82000"/>
                </a:srgbClr>
              </a:gs>
              <a:gs pos="100000">
                <a:srgbClr val="DDE8FF">
                  <a:alpha val="0"/>
                </a:srgbClr>
              </a:gs>
            </a:gsLst>
            <a:lin ang="9000000"/>
          </a:gradFill>
          <a:ln w="12700" cap="flat">
            <a:noFill/>
            <a:prstDash val="solid"/>
          </a:ln>
          <a:effectLst>
            <a:outerShdw blurRad="241300" dist="88900" dir="2700000" algn="tl" rotWithShape="0">
              <a:srgbClr val="1664FF">
                <a:alpha val="1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>
            <p:ph type="body" sz="quarter" idx="4" hasCustomPrompt="1"/>
          </p:nvPr>
        </p:nvSpPr>
        <p:spPr>
          <a:xfrm>
            <a:off x="347663" y="4684520"/>
            <a:ext cx="6993452" cy="2944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FZLanTingHeiS-R-GB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FZLanTingHeiS-R-GB"/>
                <a:ea typeface="FZLanTingHeiS-R-GB"/>
                <a:cs typeface="FZLanTingHeiS-R-GB"/>
                <a:sym typeface="FZLanTingHeiS-R-GB"/>
              </a:rPr>
              <a:t>演讲人：火山引擎</a:t>
            </a:r>
            <a:endParaRPr lang="en-US" sz="1800" b="0" i="0" u="none" strike="noStrike">
              <a:solidFill>
                <a:srgbClr val="000000"/>
              </a:solidFill>
              <a:latin typeface="FZLanTingHeiS-R-GB"/>
              <a:ea typeface="FZLanTingHeiS-R-GB"/>
              <a:cs typeface="FZLanTingHeiS-R-GB"/>
              <a:sym typeface="FZLanTingHeiS-R-GB"/>
            </a:endParaRPr>
          </a:p>
        </p:txBody>
      </p:sp>
      <p:sp>
        <p:nvSpPr>
          <p:cNvPr id="5" name="AutoShape 5"/>
          <p:cNvSpPr/>
          <p:nvPr>
            <p:ph type="body" sz="quarter" idx="5" hasCustomPrompt="1"/>
          </p:nvPr>
        </p:nvSpPr>
        <p:spPr>
          <a:xfrm>
            <a:off x="347663" y="5026227"/>
            <a:ext cx="6993452" cy="2944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Byte Sans SemiLight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Byte Sans SemiLight"/>
                <a:ea typeface="Byte Sans SemiLight"/>
                <a:cs typeface="Byte Sans SemiLight"/>
                <a:sym typeface="Byte Sans SemiLight"/>
              </a:rPr>
              <a:t>SPEAKER</a:t>
            </a:r>
            <a:r>
              <a:rPr lang="en-US" sz="1400" b="0" i="0" u="none" strike="noStrike">
                <a:solidFill>
                  <a:srgbClr val="00000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：</a:t>
            </a:r>
            <a:r>
              <a:rPr lang="en-US" sz="1400" b="0" i="0" u="none" strike="noStrike">
                <a:solidFill>
                  <a:srgbClr val="000000"/>
                </a:solidFill>
                <a:latin typeface="Byte Sans SemiLight"/>
                <a:ea typeface="Byte Sans SemiLight"/>
                <a:cs typeface="Byte Sans SemiLight"/>
                <a:sym typeface="Byte Sans SemiLight"/>
              </a:rPr>
              <a:t>VOLCENGINE</a:t>
            </a:r>
            <a:endParaRPr lang="en-US" sz="1400" b="0" i="0" u="none" strike="noStrike">
              <a:solidFill>
                <a:srgbClr val="000000"/>
              </a:solidFill>
              <a:latin typeface="Byte Sans SemiLight"/>
              <a:ea typeface="Byte Sans SemiLight"/>
              <a:cs typeface="Byte Sans SemiLight"/>
              <a:sym typeface="Byte Sans SemiLight"/>
            </a:endParaRPr>
          </a:p>
        </p:txBody>
      </p:sp>
      <p:sp>
        <p:nvSpPr>
          <p:cNvPr id="6" name="AutoShape 6"/>
          <p:cNvSpPr/>
          <p:nvPr>
            <p:ph type="body" sz="quarter" idx="6" hasCustomPrompt="1"/>
          </p:nvPr>
        </p:nvSpPr>
        <p:spPr>
          <a:xfrm>
            <a:off x="347663" y="1611068"/>
            <a:ext cx="6993452" cy="2944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2000" b="0" i="0" u="none" strike="noStrike" spc="0">
                <a:solidFill>
                  <a:srgbClr val="000000">
                    <a:alpha val="100000"/>
                  </a:srgbClr>
                </a:solidFill>
                <a:latin typeface="Byte Sans SemiLight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2000" b="0" i="0" u="none" strike="noStrike">
                <a:solidFill>
                  <a:srgbClr val="000000"/>
                </a:solidFill>
                <a:latin typeface="Byte Sans SemiLight"/>
                <a:ea typeface="Byte Sans SemiLight"/>
                <a:cs typeface="Byte Sans SemiLight"/>
                <a:sym typeface="Byte Sans SemiLight"/>
              </a:rPr>
              <a:t>English title is Byte Sans Semilight-20#</a:t>
            </a:r>
            <a:endParaRPr lang="en-US" sz="2000" b="0" i="0" u="none" strike="noStrike">
              <a:solidFill>
                <a:srgbClr val="000000"/>
              </a:solidFill>
              <a:latin typeface="Byte Sans SemiLight"/>
              <a:ea typeface="Byte Sans SemiLight"/>
              <a:cs typeface="Byte Sans SemiLight"/>
              <a:sym typeface="Byte Sans SemiLight"/>
            </a:endParaRPr>
          </a:p>
        </p:txBody>
      </p:sp>
      <p:sp>
        <p:nvSpPr>
          <p:cNvPr id="7" name="AutoShape 7"/>
          <p:cNvSpPr/>
          <p:nvPr>
            <p:ph type="body" sz="quarter" idx="7" hasCustomPrompt="1"/>
          </p:nvPr>
        </p:nvSpPr>
        <p:spPr>
          <a:xfrm>
            <a:off x="360579" y="2705244"/>
            <a:ext cx="6980536" cy="42465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FZLanTingHeiS-EB-GB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2800" b="0" i="0" u="none" strike="noStrike">
                <a:solidFill>
                  <a:srgbClr val="000000"/>
                </a:solidFill>
                <a:latin typeface="FZLanTingHeiS-EB-GB"/>
                <a:ea typeface="FZLanTingHeiS-EB-GB"/>
                <a:cs typeface="FZLanTingHeiS-EB-GB"/>
                <a:sym typeface="FZLanTingHeiS-EB-GB"/>
              </a:rPr>
              <a:t>副标题 方正兰亭大黑-28#</a:t>
            </a:r>
            <a:endParaRPr lang="en-US" sz="2800" b="0" i="0" u="none" strike="noStrike">
              <a:solidFill>
                <a:srgbClr val="000000"/>
              </a:solidFill>
              <a:latin typeface="FZLanTingHeiS-EB-GB"/>
              <a:ea typeface="FZLanTingHeiS-EB-GB"/>
              <a:cs typeface="FZLanTingHeiS-EB-GB"/>
              <a:sym typeface="FZLanTingHeiS-EB-GB"/>
            </a:endParaRPr>
          </a:p>
        </p:txBody>
      </p:sp>
      <p:sp>
        <p:nvSpPr>
          <p:cNvPr id="8" name="AutoShape 8"/>
          <p:cNvSpPr/>
          <p:nvPr>
            <p:ph type="body" sz="quarter" idx="8" hasCustomPrompt="1"/>
          </p:nvPr>
        </p:nvSpPr>
        <p:spPr>
          <a:xfrm>
            <a:off x="347663" y="3390790"/>
            <a:ext cx="3671514" cy="6535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Byte Sans SemiLight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Byte Sans SemiLight"/>
                <a:ea typeface="Byte Sans SemiLight"/>
                <a:cs typeface="Byte Sans SemiLight"/>
                <a:sym typeface="Byte Sans SemiLight"/>
              </a:rPr>
              <a:t>English subtitle reserved place of Byte Sans Semilight-18#</a:t>
            </a:r>
            <a:endParaRPr lang="en-US" sz="1800" b="0" i="0" u="none" strike="noStrike">
              <a:solidFill>
                <a:srgbClr val="000000"/>
              </a:solidFill>
              <a:latin typeface="Byte Sans SemiLight"/>
              <a:ea typeface="Byte Sans SemiLight"/>
              <a:cs typeface="Byte Sans SemiLight"/>
              <a:sym typeface="Byte Sans SemiLight"/>
            </a:endParaRPr>
          </a:p>
        </p:txBody>
      </p:sp>
      <p:sp>
        <p:nvSpPr>
          <p:cNvPr id="9" name="AutoShape 9"/>
          <p:cNvSpPr/>
          <p:nvPr>
            <p:ph type="body" sz="quarter" idx="9" hasCustomPrompt="1"/>
          </p:nvPr>
        </p:nvSpPr>
        <p:spPr>
          <a:xfrm>
            <a:off x="334964" y="1968274"/>
            <a:ext cx="7417116" cy="650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4800" b="0" i="0" u="none" strike="noStrike" spc="0">
                <a:solidFill>
                  <a:srgbClr val="000000">
                    <a:alpha val="100000"/>
                  </a:srgbClr>
                </a:solidFill>
                <a:latin typeface="FZLanTingHeiS-EB-GB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FZLanTingHeiS-EB-GB"/>
                <a:ea typeface="FZLanTingHeiS-EB-GB"/>
                <a:cs typeface="FZLanTingHeiS-EB-GB"/>
                <a:sym typeface="FZLanTingHeiS-EB-GB"/>
              </a:rPr>
              <a:t>标题方正兰亭大黑-48#</a:t>
            </a:r>
            <a:endParaRPr lang="en-US" sz="4800" b="0" i="0" u="none" strike="noStrike">
              <a:solidFill>
                <a:srgbClr val="000000"/>
              </a:solidFill>
              <a:latin typeface="FZLanTingHeiS-EB-GB"/>
              <a:ea typeface="FZLanTingHeiS-EB-GB"/>
              <a:cs typeface="FZLanTingHeiS-EB-GB"/>
              <a:sym typeface="FZLanTingHeiS-EB-GB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0065276" y="6468550"/>
            <a:ext cx="1890537" cy="2307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www.volcengine.com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256513" y="6468550"/>
            <a:ext cx="4089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Copyright©202</a:t>
            </a:r>
            <a:r>
              <a:rPr lang="en-US" sz="9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6</a:t>
            </a:r>
            <a:r>
              <a:rPr lang="en-US" sz="9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VolcanoEngine.Allrightsreserved.</a:t>
            </a:r>
            <a:endParaRPr lang="en-US" sz="110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浅色-空白内容页（有 logo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0" hasCustomPrompt="1"/>
          </p:nvPr>
        </p:nvSpPr>
        <p:spPr>
          <a:xfrm>
            <a:off x="482601" y="363855"/>
            <a:ext cx="9501187" cy="471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  <a:endParaRPr lang="en-US" sz="2400" b="1" i="0" u="none" strike="noStrike">
              <a:solidFill>
                <a:srgbClr val="00000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424406" y="381362"/>
            <a:ext cx="58195" cy="311150"/>
            <a:chOff x="424406" y="381362"/>
            <a:chExt cx="58195" cy="311150"/>
          </a:xfrm>
        </p:grpSpPr>
        <p:sp>
          <p:nvSpPr>
            <p:cNvPr id="4" name="AutoShape 4"/>
            <p:cNvSpPr/>
            <p:nvPr/>
          </p:nvSpPr>
          <p:spPr>
            <a:xfrm>
              <a:off x="424406" y="381362"/>
              <a:ext cx="58195" cy="311150"/>
            </a:xfrm>
            <a:prstGeom prst="rect">
              <a:avLst/>
            </a:prstGeom>
            <a:solidFill>
              <a:srgbClr val="1664FF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/>
                  <a:ea typeface="等线"/>
                  <a:cs typeface="等线"/>
                  <a:sym typeface="等线"/>
                </a:rPr>
                <a:t> 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424406" y="574675"/>
              <a:ext cx="58195" cy="117837"/>
            </a:xfrm>
            <a:prstGeom prst="rect">
              <a:avLst/>
            </a:prstGeom>
            <a:solidFill>
              <a:srgbClr val="00E4E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/>
                  <a:ea typeface="等线"/>
                  <a:cs typeface="等线"/>
                  <a:sym typeface="等线"/>
                </a:rPr>
                <a:t> </a:t>
              </a:r>
              <a:endParaRPr lang="en-US" sz="1100"/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r="62609"/>
          <a:stretch>
            <a:fillRect/>
          </a:stretch>
        </p:blipFill>
        <p:spPr>
          <a:xfrm>
            <a:off x="10220958" y="356553"/>
            <a:ext cx="1315720" cy="33595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浅色空白页/整图/视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r="62609"/>
          <a:stretch>
            <a:fillRect/>
          </a:stretch>
        </p:blipFill>
        <p:spPr>
          <a:xfrm>
            <a:off x="10220958" y="356553"/>
            <a:ext cx="1315720" cy="33595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浅色-文字居中/突出/金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" hasCustomPrompt="1"/>
          </p:nvPr>
        </p:nvSpPr>
        <p:spPr>
          <a:xfrm>
            <a:off x="1201783" y="1985552"/>
            <a:ext cx="9744891" cy="92351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ctr">
              <a:lnSpc>
                <a:spcPct val="92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FZLanTingHeiS-EB-GB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FZLanTingHeiS-EB-GB"/>
                <a:ea typeface="FZLanTingHeiS-EB-GB"/>
                <a:cs typeface="FZLanTingHeiS-EB-GB"/>
                <a:sym typeface="FZLanTingHeiS-EB-GB"/>
              </a:rPr>
              <a:t>单击此处编辑母版标题样式</a:t>
            </a:r>
            <a:endParaRPr lang="en-US" sz="3200" b="0" i="0" u="none" strike="noStrike">
              <a:solidFill>
                <a:srgbClr val="000000"/>
              </a:solidFill>
              <a:latin typeface="FZLanTingHeiS-EB-GB"/>
              <a:ea typeface="FZLanTingHeiS-EB-GB"/>
              <a:cs typeface="FZLanTingHeiS-EB-GB"/>
              <a:sym typeface="FZLanTingHeiS-EB-GB"/>
            </a:endParaRPr>
          </a:p>
        </p:txBody>
      </p:sp>
      <p:sp>
        <p:nvSpPr>
          <p:cNvPr id="3" name="AutoShape 3"/>
          <p:cNvSpPr/>
          <p:nvPr>
            <p:ph type="body" sz="quarter" idx="12" hasCustomPrompt="1"/>
          </p:nvPr>
        </p:nvSpPr>
        <p:spPr>
          <a:xfrm>
            <a:off x="1214846" y="3406093"/>
            <a:ext cx="9771017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92000"/>
              </a:lnSpc>
              <a:defRPr sz="1200" b="0" i="0" u="none" strike="noStrike" spc="0">
                <a:solidFill>
                  <a:srgbClr val="808080">
                    <a:alpha val="100000"/>
                  </a:srgbClr>
                </a:solidFill>
                <a:latin typeface="FZLanTingHeiS-R-GB"/>
              </a:defRPr>
            </a:lvl1pPr>
          </a:lstStyle>
          <a:p>
            <a:pPr marL="0" indent="0" algn="ctr">
              <a:lnSpc>
                <a:spcPct val="92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808080"/>
                </a:solidFill>
                <a:latin typeface="FZLanTingHeiS-R-GB"/>
                <a:ea typeface="FZLanTingHeiS-R-GB"/>
                <a:cs typeface="FZLanTingHeiS-R-GB"/>
                <a:sym typeface="FZLanTingHeiS-R-GB"/>
              </a:rPr>
              <a:t>单击此处编辑母版副标题样式</a:t>
            </a:r>
            <a:endParaRPr lang="en-US" sz="1200" b="0" i="0" u="none" strike="noStrike">
              <a:solidFill>
                <a:srgbClr val="808080"/>
              </a:solidFill>
              <a:latin typeface="FZLanTingHeiS-R-GB"/>
              <a:ea typeface="FZLanTingHeiS-R-GB"/>
              <a:cs typeface="FZLanTingHeiS-R-GB"/>
              <a:sym typeface="FZLanTingHeiS-R-GB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-83098" y="171360"/>
            <a:ext cx="1233714" cy="31467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15000" b="1" i="0" u="none" strike="noStrike" spc="300">
                <a:solidFill>
                  <a:srgbClr val="1664FF"/>
                </a:solidFill>
                <a:latin typeface="FZLanTingHeiS-L-GB"/>
                <a:ea typeface="FZLanTingHeiS-L-GB"/>
                <a:cs typeface="FZLanTingHeiS-L-GB"/>
                <a:sym typeface="FZLanTingHeiS-L-GB"/>
              </a:rPr>
              <a:t>“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 rot="10800000">
            <a:off x="10958286" y="3733971"/>
            <a:ext cx="1233714" cy="31467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15000" b="1" i="0" u="none" strike="noStrike" spc="300">
                <a:solidFill>
                  <a:srgbClr val="1664FF"/>
                </a:solidFill>
                <a:latin typeface="FZLanTingHeiS-L-GB"/>
                <a:ea typeface="FZLanTingHeiS-L-GB"/>
                <a:cs typeface="FZLanTingHeiS-L-GB"/>
                <a:sym typeface="FZLanTingHeiS-L-GB"/>
              </a:rPr>
              <a:t>“</a:t>
            </a:r>
            <a:endParaRPr lang="en-US" sz="11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3" hasCustomPrompt="1"/>
          </p:nvPr>
        </p:nvSpPr>
        <p:spPr>
          <a:xfrm>
            <a:off x="482601" y="305478"/>
            <a:ext cx="9501187" cy="471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FZLanTingHeiS-EB-GB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FZLanTingHeiS-EB-GB"/>
                <a:ea typeface="FZLanTingHeiS-EB-GB"/>
                <a:cs typeface="FZLanTingHeiS-EB-GB"/>
                <a:sym typeface="FZLanTingHeiS-EB-GB"/>
              </a:rPr>
              <a:t>单击此处编辑母版标题样式</a:t>
            </a:r>
            <a:endParaRPr lang="en-US" sz="2400" b="0" i="0" u="none" strike="noStrike">
              <a:solidFill>
                <a:srgbClr val="000000"/>
              </a:solidFill>
              <a:latin typeface="FZLanTingHeiS-EB-GB"/>
              <a:ea typeface="FZLanTingHeiS-EB-GB"/>
              <a:cs typeface="FZLanTingHeiS-EB-GB"/>
              <a:sym typeface="FZLanTingHeiS-EB-GB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424406" y="381362"/>
            <a:ext cx="58195" cy="311150"/>
            <a:chOff x="424406" y="381362"/>
            <a:chExt cx="58195" cy="311150"/>
          </a:xfrm>
        </p:grpSpPr>
        <p:sp>
          <p:nvSpPr>
            <p:cNvPr id="4" name="AutoShape 4"/>
            <p:cNvSpPr/>
            <p:nvPr/>
          </p:nvSpPr>
          <p:spPr>
            <a:xfrm>
              <a:off x="424406" y="381362"/>
              <a:ext cx="58195" cy="311150"/>
            </a:xfrm>
            <a:prstGeom prst="rect">
              <a:avLst/>
            </a:prstGeom>
            <a:solidFill>
              <a:srgbClr val="1664FF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/>
                  <a:ea typeface="等线"/>
                  <a:cs typeface="等线"/>
                  <a:sym typeface="等线"/>
                </a:rPr>
                <a:t> 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424406" y="574675"/>
              <a:ext cx="58195" cy="117837"/>
            </a:xfrm>
            <a:prstGeom prst="rect">
              <a:avLst/>
            </a:prstGeom>
            <a:solidFill>
              <a:srgbClr val="00E4E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/>
                  <a:ea typeface="等线"/>
                  <a:cs typeface="等线"/>
                  <a:sym typeface="等线"/>
                </a:rPr>
                <a:t> </a:t>
              </a:r>
              <a:endParaRPr lang="en-US" sz="1100"/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r="62609"/>
          <a:stretch>
            <a:fillRect/>
          </a:stretch>
        </p:blipFill>
        <p:spPr>
          <a:xfrm>
            <a:off x="10220958" y="300798"/>
            <a:ext cx="1315720" cy="33595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4" hasCustomPrompt="1"/>
          </p:nvPr>
        </p:nvSpPr>
        <p:spPr>
          <a:xfrm>
            <a:off x="482601" y="305478"/>
            <a:ext cx="9501187" cy="471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FZLanTingHeiS-EB-GB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FZLanTingHeiS-EB-GB"/>
                <a:ea typeface="FZLanTingHeiS-EB-GB"/>
                <a:cs typeface="FZLanTingHeiS-EB-GB"/>
                <a:sym typeface="FZLanTingHeiS-EB-GB"/>
              </a:rPr>
              <a:t>单击此处编辑母版标题样式</a:t>
            </a:r>
            <a:endParaRPr lang="en-US" sz="2400" b="0" i="0" u="none" strike="noStrike">
              <a:solidFill>
                <a:srgbClr val="000000"/>
              </a:solidFill>
              <a:latin typeface="FZLanTingHeiS-EB-GB"/>
              <a:ea typeface="FZLanTingHeiS-EB-GB"/>
              <a:cs typeface="FZLanTingHeiS-EB-GB"/>
              <a:sym typeface="FZLanTingHeiS-EB-GB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424406" y="381362"/>
            <a:ext cx="58195" cy="311150"/>
            <a:chOff x="424406" y="381362"/>
            <a:chExt cx="58195" cy="311150"/>
          </a:xfrm>
        </p:grpSpPr>
        <p:sp>
          <p:nvSpPr>
            <p:cNvPr id="4" name="AutoShape 4"/>
            <p:cNvSpPr/>
            <p:nvPr/>
          </p:nvSpPr>
          <p:spPr>
            <a:xfrm>
              <a:off x="424406" y="381362"/>
              <a:ext cx="58195" cy="311150"/>
            </a:xfrm>
            <a:prstGeom prst="rect">
              <a:avLst/>
            </a:prstGeom>
            <a:solidFill>
              <a:srgbClr val="1664FF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/>
                  <a:ea typeface="等线"/>
                  <a:cs typeface="等线"/>
                  <a:sym typeface="等线"/>
                </a:rPr>
                <a:t> 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424406" y="574675"/>
              <a:ext cx="58195" cy="117837"/>
            </a:xfrm>
            <a:prstGeom prst="rect">
              <a:avLst/>
            </a:prstGeom>
            <a:solidFill>
              <a:srgbClr val="00E4E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/>
                  <a:ea typeface="等线"/>
                  <a:cs typeface="等线"/>
                  <a:sym typeface="等线"/>
                </a:rPr>
                <a:t> </a:t>
              </a:r>
              <a:endParaRPr lang="en-US" sz="1100"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5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ctr">
              <a:lnSpc>
                <a:spcPct val="92000"/>
              </a:lnSpc>
              <a:defRPr sz="60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  <a:endParaRPr lang="en-US" sz="6000" b="0" i="0" u="none" strike="noStrike">
              <a:solidFill>
                <a:srgbClr val="000000"/>
              </a:solidFill>
              <a:latin typeface="等线 Light"/>
              <a:ea typeface="等线 Light"/>
              <a:cs typeface="等线 Light"/>
              <a:sym typeface="等线 Light"/>
            </a:endParaRPr>
          </a:p>
        </p:txBody>
      </p:sp>
      <p:sp>
        <p:nvSpPr>
          <p:cNvPr id="3" name="AutoShape 3"/>
          <p:cNvSpPr/>
          <p:nvPr>
            <p:ph type="body" sz="quarter" idx="16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2000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单击此处编辑母版副标题样式</a:t>
            </a:r>
            <a:endParaRPr lang="en-US" sz="24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4" name="AutoShape 4"/>
          <p:cNvSpPr/>
          <p:nvPr>
            <p:ph type="body" sz="quarter" idx="17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18" hasCustomPrompt="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  <a:endParaRPr lang="en-US" sz="18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AutoShape 6"/>
          <p:cNvSpPr/>
          <p:nvPr>
            <p:ph type="body" sz="quarter" idx="19" hasCustomPrompt="1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>
              <a:lnSpc>
                <a:spcPct val="100000"/>
              </a:lnSpc>
            </a:pPr>
            <a:fld id="{A63EE64C-0EA3-4E04-A491-5160153AE68A}" type="slidenum">
              <a:rPr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</a:fld>
            <a:endParaRPr sz="18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浅色-中英文混排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2913" y="333376"/>
            <a:ext cx="1225550" cy="30638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 txBox="1"/>
          <p:nvPr/>
        </p:nvSpPr>
        <p:spPr>
          <a:xfrm>
            <a:off x="10065276" y="6468550"/>
            <a:ext cx="1890537" cy="2307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www.volcengine.com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256513" y="6468550"/>
            <a:ext cx="4079895" cy="2307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Copyright©2024VolcanoEngine.Allrightsreserved.</a:t>
            </a:r>
            <a:endParaRPr lang="en-US" sz="110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浅色-中英文混排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A2C1FF">
                  <a:alpha val="82000"/>
                </a:srgbClr>
              </a:gs>
              <a:gs pos="100000">
                <a:srgbClr val="DDE8FF">
                  <a:alpha val="0"/>
                </a:srgbClr>
              </a:gs>
            </a:gsLst>
            <a:lin ang="9000000"/>
          </a:gradFill>
          <a:ln w="12700" cap="flat">
            <a:noFill/>
            <a:prstDash val="solid"/>
          </a:ln>
          <a:effectLst>
            <a:outerShdw blurRad="241300" dist="88900" dir="2700000" algn="tl" rotWithShape="0">
              <a:srgbClr val="1664FF">
                <a:alpha val="1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>
            <p:ph type="body" sz="quarter" idx="21" hasCustomPrompt="1"/>
          </p:nvPr>
        </p:nvSpPr>
        <p:spPr>
          <a:xfrm>
            <a:off x="347663" y="4684520"/>
            <a:ext cx="6993452" cy="2944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FZLanTingHeiS-R-GB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FZLanTingHeiS-R-GB"/>
                <a:ea typeface="FZLanTingHeiS-R-GB"/>
                <a:cs typeface="FZLanTingHeiS-R-GB"/>
                <a:sym typeface="FZLanTingHeiS-R-GB"/>
              </a:rPr>
              <a:t>演讲人：火山引擎</a:t>
            </a:r>
            <a:endParaRPr lang="en-US" sz="1800" b="0" i="0" u="none" strike="noStrike">
              <a:solidFill>
                <a:srgbClr val="000000"/>
              </a:solidFill>
              <a:latin typeface="FZLanTingHeiS-R-GB"/>
              <a:ea typeface="FZLanTingHeiS-R-GB"/>
              <a:cs typeface="FZLanTingHeiS-R-GB"/>
              <a:sym typeface="FZLanTingHeiS-R-GB"/>
            </a:endParaRPr>
          </a:p>
        </p:txBody>
      </p:sp>
      <p:sp>
        <p:nvSpPr>
          <p:cNvPr id="5" name="AutoShape 5"/>
          <p:cNvSpPr/>
          <p:nvPr>
            <p:ph type="body" sz="quarter" idx="22" hasCustomPrompt="1"/>
          </p:nvPr>
        </p:nvSpPr>
        <p:spPr>
          <a:xfrm>
            <a:off x="347663" y="5026227"/>
            <a:ext cx="6993452" cy="2944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Byte Sans SemiLight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Byte Sans SemiLight"/>
                <a:ea typeface="Byte Sans SemiLight"/>
                <a:cs typeface="Byte Sans SemiLight"/>
                <a:sym typeface="Byte Sans SemiLight"/>
              </a:rPr>
              <a:t>SPEAKER</a:t>
            </a:r>
            <a:r>
              <a:rPr lang="en-US" sz="1400" b="0" i="0" u="none" strike="noStrike">
                <a:solidFill>
                  <a:srgbClr val="00000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：</a:t>
            </a:r>
            <a:r>
              <a:rPr lang="en-US" sz="1400" b="0" i="0" u="none" strike="noStrike">
                <a:solidFill>
                  <a:srgbClr val="000000"/>
                </a:solidFill>
                <a:latin typeface="Byte Sans SemiLight"/>
                <a:ea typeface="Byte Sans SemiLight"/>
                <a:cs typeface="Byte Sans SemiLight"/>
                <a:sym typeface="Byte Sans SemiLight"/>
              </a:rPr>
              <a:t>VOLCENGINE</a:t>
            </a:r>
            <a:endParaRPr lang="en-US" sz="1400" b="0" i="0" u="none" strike="noStrike">
              <a:solidFill>
                <a:srgbClr val="000000"/>
              </a:solidFill>
              <a:latin typeface="Byte Sans SemiLight"/>
              <a:ea typeface="Byte Sans SemiLight"/>
              <a:cs typeface="Byte Sans SemiLight"/>
              <a:sym typeface="Byte Sans SemiLight"/>
            </a:endParaRPr>
          </a:p>
        </p:txBody>
      </p:sp>
      <p:sp>
        <p:nvSpPr>
          <p:cNvPr id="6" name="AutoShape 6"/>
          <p:cNvSpPr/>
          <p:nvPr>
            <p:ph type="body" sz="quarter" idx="23" hasCustomPrompt="1"/>
          </p:nvPr>
        </p:nvSpPr>
        <p:spPr>
          <a:xfrm>
            <a:off x="347663" y="1611068"/>
            <a:ext cx="6993452" cy="2944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2000" b="0" i="0" u="none" strike="noStrike" spc="0">
                <a:solidFill>
                  <a:srgbClr val="000000">
                    <a:alpha val="100000"/>
                  </a:srgbClr>
                </a:solidFill>
                <a:latin typeface="Byte Sans SemiLight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2000" b="0" i="0" u="none" strike="noStrike">
                <a:solidFill>
                  <a:srgbClr val="000000"/>
                </a:solidFill>
                <a:latin typeface="Byte Sans SemiLight"/>
                <a:ea typeface="Byte Sans SemiLight"/>
                <a:cs typeface="Byte Sans SemiLight"/>
                <a:sym typeface="Byte Sans SemiLight"/>
              </a:rPr>
              <a:t>English title is Byte Sans Semilight-20#</a:t>
            </a:r>
            <a:endParaRPr lang="en-US" sz="2000" b="0" i="0" u="none" strike="noStrike">
              <a:solidFill>
                <a:srgbClr val="000000"/>
              </a:solidFill>
              <a:latin typeface="Byte Sans SemiLight"/>
              <a:ea typeface="Byte Sans SemiLight"/>
              <a:cs typeface="Byte Sans SemiLight"/>
              <a:sym typeface="Byte Sans SemiLight"/>
            </a:endParaRPr>
          </a:p>
        </p:txBody>
      </p:sp>
      <p:sp>
        <p:nvSpPr>
          <p:cNvPr id="7" name="AutoShape 7"/>
          <p:cNvSpPr/>
          <p:nvPr>
            <p:ph type="body" sz="quarter" idx="24" hasCustomPrompt="1"/>
          </p:nvPr>
        </p:nvSpPr>
        <p:spPr>
          <a:xfrm>
            <a:off x="360579" y="2705244"/>
            <a:ext cx="6980536" cy="42465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FZLanTingHeiS-EB-GB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2800" b="0" i="0" u="none" strike="noStrike">
                <a:solidFill>
                  <a:srgbClr val="000000"/>
                </a:solidFill>
                <a:latin typeface="FZLanTingHeiS-EB-GB"/>
                <a:ea typeface="FZLanTingHeiS-EB-GB"/>
                <a:cs typeface="FZLanTingHeiS-EB-GB"/>
                <a:sym typeface="FZLanTingHeiS-EB-GB"/>
              </a:rPr>
              <a:t>副标题 方正兰亭大黑-28#</a:t>
            </a:r>
            <a:endParaRPr lang="en-US" sz="2800" b="0" i="0" u="none" strike="noStrike">
              <a:solidFill>
                <a:srgbClr val="000000"/>
              </a:solidFill>
              <a:latin typeface="FZLanTingHeiS-EB-GB"/>
              <a:ea typeface="FZLanTingHeiS-EB-GB"/>
              <a:cs typeface="FZLanTingHeiS-EB-GB"/>
              <a:sym typeface="FZLanTingHeiS-EB-GB"/>
            </a:endParaRPr>
          </a:p>
        </p:txBody>
      </p:sp>
      <p:sp>
        <p:nvSpPr>
          <p:cNvPr id="8" name="AutoShape 8"/>
          <p:cNvSpPr/>
          <p:nvPr>
            <p:ph type="body" sz="quarter" idx="25" hasCustomPrompt="1"/>
          </p:nvPr>
        </p:nvSpPr>
        <p:spPr>
          <a:xfrm>
            <a:off x="347663" y="3390790"/>
            <a:ext cx="3671514" cy="6535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Byte Sans SemiLight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Byte Sans SemiLight"/>
                <a:ea typeface="Byte Sans SemiLight"/>
                <a:cs typeface="Byte Sans SemiLight"/>
                <a:sym typeface="Byte Sans SemiLight"/>
              </a:rPr>
              <a:t>English subtitle reserved place of Byte Sans Semilight-18#</a:t>
            </a:r>
            <a:endParaRPr lang="en-US" sz="1800" b="0" i="0" u="none" strike="noStrike">
              <a:solidFill>
                <a:srgbClr val="000000"/>
              </a:solidFill>
              <a:latin typeface="Byte Sans SemiLight"/>
              <a:ea typeface="Byte Sans SemiLight"/>
              <a:cs typeface="Byte Sans SemiLight"/>
              <a:sym typeface="Byte Sans SemiLight"/>
            </a:endParaRPr>
          </a:p>
        </p:txBody>
      </p:sp>
      <p:sp>
        <p:nvSpPr>
          <p:cNvPr id="9" name="AutoShape 9"/>
          <p:cNvSpPr/>
          <p:nvPr>
            <p:ph type="body" sz="quarter" idx="26" hasCustomPrompt="1"/>
          </p:nvPr>
        </p:nvSpPr>
        <p:spPr>
          <a:xfrm>
            <a:off x="334964" y="1968274"/>
            <a:ext cx="7417116" cy="650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4800" b="0" i="0" u="none" strike="noStrike" spc="0">
                <a:solidFill>
                  <a:srgbClr val="000000">
                    <a:alpha val="100000"/>
                  </a:srgbClr>
                </a:solidFill>
                <a:latin typeface="FZLanTingHeiS-EB-GB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FZLanTingHeiS-EB-GB"/>
                <a:ea typeface="FZLanTingHeiS-EB-GB"/>
                <a:cs typeface="FZLanTingHeiS-EB-GB"/>
                <a:sym typeface="FZLanTingHeiS-EB-GB"/>
              </a:rPr>
              <a:t>标题方正兰亭大黑-48#</a:t>
            </a:r>
            <a:endParaRPr lang="en-US" sz="4800" b="0" i="0" u="none" strike="noStrike">
              <a:solidFill>
                <a:srgbClr val="000000"/>
              </a:solidFill>
              <a:latin typeface="FZLanTingHeiS-EB-GB"/>
              <a:ea typeface="FZLanTingHeiS-EB-GB"/>
              <a:cs typeface="FZLanTingHeiS-EB-GB"/>
              <a:sym typeface="FZLanTingHeiS-EB-GB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0065276" y="6468550"/>
            <a:ext cx="1890537" cy="2307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www.volcengine.com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256513" y="6468550"/>
            <a:ext cx="4079895" cy="2307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Copyright©2024VolcanoEngine.Allrightsreserved.</a:t>
            </a:r>
            <a:endParaRPr lang="en-US" sz="110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浅色-空白内容页（有 logo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7" hasCustomPrompt="1"/>
          </p:nvPr>
        </p:nvSpPr>
        <p:spPr>
          <a:xfrm>
            <a:off x="482601" y="363855"/>
            <a:ext cx="9501187" cy="471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  <a:endParaRPr lang="en-US" sz="2400" b="1" i="0" u="none" strike="noStrike">
              <a:solidFill>
                <a:srgbClr val="00000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424406" y="381362"/>
            <a:ext cx="58195" cy="311150"/>
            <a:chOff x="424406" y="381362"/>
            <a:chExt cx="58195" cy="311150"/>
          </a:xfrm>
        </p:grpSpPr>
        <p:sp>
          <p:nvSpPr>
            <p:cNvPr id="4" name="AutoShape 4"/>
            <p:cNvSpPr/>
            <p:nvPr/>
          </p:nvSpPr>
          <p:spPr>
            <a:xfrm>
              <a:off x="424406" y="381362"/>
              <a:ext cx="58195" cy="311150"/>
            </a:xfrm>
            <a:prstGeom prst="rect">
              <a:avLst/>
            </a:prstGeom>
            <a:solidFill>
              <a:srgbClr val="1664FF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/>
                  <a:ea typeface="等线"/>
                  <a:cs typeface="等线"/>
                  <a:sym typeface="等线"/>
                </a:rPr>
                <a:t> 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424406" y="574675"/>
              <a:ext cx="58195" cy="117837"/>
            </a:xfrm>
            <a:prstGeom prst="rect">
              <a:avLst/>
            </a:prstGeom>
            <a:solidFill>
              <a:srgbClr val="00E4E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/>
                  <a:ea typeface="等线"/>
                  <a:cs typeface="等线"/>
                  <a:sym typeface="等线"/>
                </a:rPr>
                <a:t> </a:t>
              </a:r>
              <a:endParaRPr lang="en-US" sz="1100"/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r="62609"/>
          <a:stretch>
            <a:fillRect/>
          </a:stretch>
        </p:blipFill>
        <p:spPr>
          <a:xfrm>
            <a:off x="10220958" y="356553"/>
            <a:ext cx="1315720" cy="33595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浅色空白页/整图/视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r="62609"/>
          <a:stretch>
            <a:fillRect/>
          </a:stretch>
        </p:blipFill>
        <p:spPr>
          <a:xfrm>
            <a:off x="10220958" y="356553"/>
            <a:ext cx="1315720" cy="33595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浅色-文字居中/突出/金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8" hasCustomPrompt="1"/>
          </p:nvPr>
        </p:nvSpPr>
        <p:spPr>
          <a:xfrm>
            <a:off x="1201783" y="1985552"/>
            <a:ext cx="9744891" cy="92351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ctr">
              <a:lnSpc>
                <a:spcPct val="92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FZLanTingHeiS-EB-GB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FZLanTingHeiS-EB-GB"/>
                <a:ea typeface="FZLanTingHeiS-EB-GB"/>
                <a:cs typeface="FZLanTingHeiS-EB-GB"/>
                <a:sym typeface="FZLanTingHeiS-EB-GB"/>
              </a:rPr>
              <a:t>单击此处编辑母版标题样式</a:t>
            </a:r>
            <a:endParaRPr lang="en-US" sz="3200" b="0" i="0" u="none" strike="noStrike">
              <a:solidFill>
                <a:srgbClr val="000000"/>
              </a:solidFill>
              <a:latin typeface="FZLanTingHeiS-EB-GB"/>
              <a:ea typeface="FZLanTingHeiS-EB-GB"/>
              <a:cs typeface="FZLanTingHeiS-EB-GB"/>
              <a:sym typeface="FZLanTingHeiS-EB-GB"/>
            </a:endParaRPr>
          </a:p>
        </p:txBody>
      </p:sp>
      <p:sp>
        <p:nvSpPr>
          <p:cNvPr id="3" name="AutoShape 3"/>
          <p:cNvSpPr/>
          <p:nvPr>
            <p:ph type="body" sz="quarter" idx="29" hasCustomPrompt="1"/>
          </p:nvPr>
        </p:nvSpPr>
        <p:spPr>
          <a:xfrm>
            <a:off x="1214846" y="3406093"/>
            <a:ext cx="9771017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92000"/>
              </a:lnSpc>
              <a:defRPr sz="1200" b="0" i="0" u="none" strike="noStrike" spc="0">
                <a:solidFill>
                  <a:srgbClr val="808080">
                    <a:alpha val="100000"/>
                  </a:srgbClr>
                </a:solidFill>
                <a:latin typeface="FZLanTingHeiS-R-GB"/>
              </a:defRPr>
            </a:lvl1pPr>
          </a:lstStyle>
          <a:p>
            <a:pPr marL="0" indent="0" algn="ctr">
              <a:lnSpc>
                <a:spcPct val="92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808080"/>
                </a:solidFill>
                <a:latin typeface="FZLanTingHeiS-R-GB"/>
                <a:ea typeface="FZLanTingHeiS-R-GB"/>
                <a:cs typeface="FZLanTingHeiS-R-GB"/>
                <a:sym typeface="FZLanTingHeiS-R-GB"/>
              </a:rPr>
              <a:t>单击此处编辑母版副标题样式</a:t>
            </a:r>
            <a:endParaRPr lang="en-US" sz="1200" b="0" i="0" u="none" strike="noStrike">
              <a:solidFill>
                <a:srgbClr val="808080"/>
              </a:solidFill>
              <a:latin typeface="FZLanTingHeiS-R-GB"/>
              <a:ea typeface="FZLanTingHeiS-R-GB"/>
              <a:cs typeface="FZLanTingHeiS-R-GB"/>
              <a:sym typeface="FZLanTingHeiS-R-GB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-83098" y="171360"/>
            <a:ext cx="1233714" cy="31467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15000" b="1" i="0" u="none" strike="noStrike" spc="300">
                <a:solidFill>
                  <a:srgbClr val="1664FF"/>
                </a:solidFill>
                <a:latin typeface="FZLanTingHeiS-L-GB"/>
                <a:ea typeface="FZLanTingHeiS-L-GB"/>
                <a:cs typeface="FZLanTingHeiS-L-GB"/>
                <a:sym typeface="FZLanTingHeiS-L-GB"/>
              </a:rPr>
              <a:t>“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 rot="10800000">
            <a:off x="10958286" y="3733971"/>
            <a:ext cx="1233714" cy="31467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15000" b="1" i="0" u="none" strike="noStrike" spc="300">
                <a:solidFill>
                  <a:srgbClr val="1664FF"/>
                </a:solidFill>
                <a:latin typeface="FZLanTingHeiS-L-GB"/>
                <a:ea typeface="FZLanTingHeiS-L-GB"/>
                <a:cs typeface="FZLanTingHeiS-L-GB"/>
                <a:sym typeface="FZLanTingHeiS-L-GB"/>
              </a:rPr>
              <a:t>“</a:t>
            </a:r>
            <a:endParaRPr lang="en-US" sz="110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0" hasCustomPrompt="1"/>
          </p:nvPr>
        </p:nvSpPr>
        <p:spPr>
          <a:xfrm>
            <a:off x="482601" y="305478"/>
            <a:ext cx="9501187" cy="471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FZLanTingHeiS-EB-GB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FZLanTingHeiS-EB-GB"/>
                <a:ea typeface="FZLanTingHeiS-EB-GB"/>
                <a:cs typeface="FZLanTingHeiS-EB-GB"/>
                <a:sym typeface="FZLanTingHeiS-EB-GB"/>
              </a:rPr>
              <a:t>单击此处编辑母版标题样式</a:t>
            </a:r>
            <a:endParaRPr lang="en-US" sz="2400" b="0" i="0" u="none" strike="noStrike">
              <a:solidFill>
                <a:srgbClr val="000000"/>
              </a:solidFill>
              <a:latin typeface="FZLanTingHeiS-EB-GB"/>
              <a:ea typeface="FZLanTingHeiS-EB-GB"/>
              <a:cs typeface="FZLanTingHeiS-EB-GB"/>
              <a:sym typeface="FZLanTingHeiS-EB-GB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424406" y="381362"/>
            <a:ext cx="58195" cy="311150"/>
            <a:chOff x="424406" y="381362"/>
            <a:chExt cx="58195" cy="311150"/>
          </a:xfrm>
        </p:grpSpPr>
        <p:sp>
          <p:nvSpPr>
            <p:cNvPr id="4" name="AutoShape 4"/>
            <p:cNvSpPr/>
            <p:nvPr/>
          </p:nvSpPr>
          <p:spPr>
            <a:xfrm>
              <a:off x="424406" y="381362"/>
              <a:ext cx="58195" cy="311150"/>
            </a:xfrm>
            <a:prstGeom prst="rect">
              <a:avLst/>
            </a:prstGeom>
            <a:solidFill>
              <a:srgbClr val="1664FF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/>
                  <a:ea typeface="等线"/>
                  <a:cs typeface="等线"/>
                  <a:sym typeface="等线"/>
                </a:rPr>
                <a:t> 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424406" y="574675"/>
              <a:ext cx="58195" cy="117837"/>
            </a:xfrm>
            <a:prstGeom prst="rect">
              <a:avLst/>
            </a:prstGeom>
            <a:solidFill>
              <a:srgbClr val="00E4E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/>
                  <a:ea typeface="等线"/>
                  <a:cs typeface="等线"/>
                  <a:sym typeface="等线"/>
                </a:rPr>
                <a:t> </a:t>
              </a:r>
              <a:endParaRPr lang="en-US" sz="1100"/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r="62609"/>
          <a:stretch>
            <a:fillRect/>
          </a:stretch>
        </p:blipFill>
        <p:spPr>
          <a:xfrm>
            <a:off x="10220958" y="300798"/>
            <a:ext cx="1315720" cy="33595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1" hasCustomPrompt="1"/>
          </p:nvPr>
        </p:nvSpPr>
        <p:spPr>
          <a:xfrm>
            <a:off x="482601" y="305478"/>
            <a:ext cx="9501187" cy="471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FZLanTingHeiS-EB-GB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FZLanTingHeiS-EB-GB"/>
                <a:ea typeface="FZLanTingHeiS-EB-GB"/>
                <a:cs typeface="FZLanTingHeiS-EB-GB"/>
                <a:sym typeface="FZLanTingHeiS-EB-GB"/>
              </a:rPr>
              <a:t>单击此处编辑母版标题样式</a:t>
            </a:r>
            <a:endParaRPr lang="en-US" sz="2400" b="0" i="0" u="none" strike="noStrike">
              <a:solidFill>
                <a:srgbClr val="000000"/>
              </a:solidFill>
              <a:latin typeface="FZLanTingHeiS-EB-GB"/>
              <a:ea typeface="FZLanTingHeiS-EB-GB"/>
              <a:cs typeface="FZLanTingHeiS-EB-GB"/>
              <a:sym typeface="FZLanTingHeiS-EB-GB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424406" y="381362"/>
            <a:ext cx="58195" cy="311150"/>
            <a:chOff x="424406" y="381362"/>
            <a:chExt cx="58195" cy="311150"/>
          </a:xfrm>
        </p:grpSpPr>
        <p:sp>
          <p:nvSpPr>
            <p:cNvPr id="4" name="AutoShape 4"/>
            <p:cNvSpPr/>
            <p:nvPr/>
          </p:nvSpPr>
          <p:spPr>
            <a:xfrm>
              <a:off x="424406" y="381362"/>
              <a:ext cx="58195" cy="311150"/>
            </a:xfrm>
            <a:prstGeom prst="rect">
              <a:avLst/>
            </a:prstGeom>
            <a:solidFill>
              <a:srgbClr val="1664FF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/>
                  <a:ea typeface="等线"/>
                  <a:cs typeface="等线"/>
                  <a:sym typeface="等线"/>
                </a:rPr>
                <a:t> 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424406" y="574675"/>
              <a:ext cx="58195" cy="117837"/>
            </a:xfrm>
            <a:prstGeom prst="rect">
              <a:avLst/>
            </a:prstGeom>
            <a:solidFill>
              <a:srgbClr val="00E4E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/>
                  <a:ea typeface="等线"/>
                  <a:cs typeface="等线"/>
                  <a:sym typeface="等线"/>
                </a:rPr>
                <a:t> </a:t>
              </a:r>
              <a:endParaRPr lang="en-US" sz="1100"/>
            </a:p>
          </p:txBody>
        </p:sp>
      </p:grpSp>
      <p:sp>
        <p:nvSpPr>
          <p:cNvPr id="6" name="AutoShape 6"/>
          <p:cNvSpPr txBox="1"/>
          <p:nvPr/>
        </p:nvSpPr>
        <p:spPr>
          <a:xfrm>
            <a:off x="256513" y="6468551"/>
            <a:ext cx="4079895" cy="24609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808080"/>
                </a:solidFill>
                <a:latin typeface="方正兰亭黑简体"/>
                <a:ea typeface="方正兰亭黑简体"/>
                <a:cs typeface="方正兰亭黑简体"/>
                <a:sym typeface="方正兰亭黑简体"/>
              </a:rPr>
              <a:t>Copyright©2023VolcanoEngine.Allrightsreserved.</a:t>
            </a:r>
            <a:endParaRPr lang="en-US" sz="110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2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ctr">
              <a:lnSpc>
                <a:spcPct val="92000"/>
              </a:lnSpc>
              <a:defRPr sz="60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  <a:endParaRPr lang="en-US" sz="6000" b="0" i="0" u="none" strike="noStrike">
              <a:solidFill>
                <a:srgbClr val="000000"/>
              </a:solidFill>
              <a:latin typeface="等线 Light"/>
              <a:ea typeface="等线 Light"/>
              <a:cs typeface="等线 Light"/>
              <a:sym typeface="等线 Light"/>
            </a:endParaRPr>
          </a:p>
        </p:txBody>
      </p:sp>
      <p:sp>
        <p:nvSpPr>
          <p:cNvPr id="3" name="AutoShape 3"/>
          <p:cNvSpPr/>
          <p:nvPr>
            <p:ph type="body" sz="quarter" idx="33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2000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单击此处编辑母版副标题样式</a:t>
            </a:r>
            <a:endParaRPr lang="en-US" sz="24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4" name="AutoShape 4"/>
          <p:cNvSpPr/>
          <p:nvPr>
            <p:ph type="body" sz="quarter" idx="34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35" hasCustomPrompt="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  <a:endParaRPr lang="en-US" sz="18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AutoShape 6"/>
          <p:cNvSpPr/>
          <p:nvPr>
            <p:ph type="body" sz="quarter" idx="36" hasCustomPrompt="1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>
              <a:lnSpc>
                <a:spcPct val="100000"/>
              </a:lnSpc>
            </a:pPr>
            <a:fld id="{19C9AD5A-390C-4A9E-8685-9C13FBBF5041}" type="slidenum">
              <a:rPr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</a:fld>
            <a:endParaRPr sz="18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7" hasCustomPrompt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FFFFFF">
                    <a:alpha val="100000"/>
                  </a:srgbClr>
                </a:solidFill>
                <a:latin typeface="方正兰亭黑简体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F3DCA2C-6CA8-484B-9462-2780C9BAF807}" type="slidenum">
              <a:rPr sz="1200" b="0" i="0" u="none" strike="noStrike">
                <a:solidFill>
                  <a:srgbClr val="FFFFFF"/>
                </a:solidFill>
                <a:latin typeface="方正兰亭黑简体"/>
                <a:ea typeface="方正兰亭黑简体"/>
                <a:cs typeface="方正兰亭黑简体"/>
                <a:sym typeface="方正兰亭黑简体"/>
              </a:rPr>
            </a:fld>
            <a:endParaRPr sz="1200" b="0" i="0" u="none" strike="noStrike">
              <a:solidFill>
                <a:srgbClr val="FFFFFF"/>
              </a:solidFill>
              <a:latin typeface="方正兰亭黑简体"/>
              <a:ea typeface="方正兰亭黑简体"/>
              <a:cs typeface="方正兰亭黑简体"/>
              <a:sym typeface="方正兰亭黑简体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648434" y="512541"/>
            <a:ext cx="67057" cy="349920"/>
            <a:chOff x="648434" y="512541"/>
            <a:chExt cx="67057" cy="349920"/>
          </a:xfrm>
        </p:grpSpPr>
        <p:sp>
          <p:nvSpPr>
            <p:cNvPr id="4" name="AutoShape 4"/>
            <p:cNvSpPr/>
            <p:nvPr/>
          </p:nvSpPr>
          <p:spPr>
            <a:xfrm>
              <a:off x="648434" y="512541"/>
              <a:ext cx="67057" cy="245393"/>
            </a:xfrm>
            <a:prstGeom prst="rect">
              <a:avLst/>
            </a:prstGeom>
            <a:solidFill>
              <a:srgbClr val="1664FF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970" b="0" i="0" u="none" strike="noStrike">
                  <a:solidFill>
                    <a:srgbClr val="FFFFFF"/>
                  </a:solidFill>
                  <a:latin typeface="等线"/>
                  <a:ea typeface="等线"/>
                  <a:cs typeface="等线"/>
                  <a:sym typeface="等线"/>
                </a:rPr>
                <a:t> 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48434" y="736371"/>
              <a:ext cx="67057" cy="126090"/>
            </a:xfrm>
            <a:prstGeom prst="rect">
              <a:avLst/>
            </a:prstGeom>
            <a:solidFill>
              <a:srgbClr val="4D4D4D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970" b="0" i="0" u="none" strike="noStrike">
                  <a:solidFill>
                    <a:srgbClr val="FFFFFF"/>
                  </a:solidFill>
                  <a:latin typeface="等线"/>
                  <a:ea typeface="等线"/>
                  <a:cs typeface="等线"/>
                  <a:sym typeface="等线"/>
                </a:rPr>
                <a:t> </a:t>
              </a:r>
              <a:endParaRPr lang="en-US" sz="1100"/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995610" y="475655"/>
            <a:ext cx="1544013" cy="37812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0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2" Type="http://schemas.openxmlformats.org/officeDocument/2006/relationships/theme" Target="../theme/theme4.xml"/><Relationship Id="rId11" Type="http://schemas.openxmlformats.org/officeDocument/2006/relationships/image" Target="../media/image1.png"/><Relationship Id="rId10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  <p:pic>
        <p:nvPicPr>
          <p:cNvPr id="1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Freeform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E1E6EF">
                  <a:alpha val="100000"/>
                </a:srgbClr>
              </a:gs>
              <a:gs pos="55000">
                <a:srgbClr val="F9FAFA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1290000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2" name="AutoShape 2"/>
          <p:cNvSpPr txBox="1"/>
          <p:nvPr/>
        </p:nvSpPr>
        <p:spPr>
          <a:xfrm>
            <a:off x="256513" y="6468550"/>
            <a:ext cx="4089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Copyright©202</a:t>
            </a:r>
            <a:r>
              <a:rPr lang="en-US" sz="9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6</a:t>
            </a:r>
            <a:r>
              <a:rPr lang="en-US" sz="9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VolcanoEngine.Allrightsreserved.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Freeform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E1E6EF">
                  <a:alpha val="100000"/>
                </a:srgbClr>
              </a:gs>
              <a:gs pos="55000">
                <a:srgbClr val="F9FAFA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1290000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2" name="AutoShape 2"/>
          <p:cNvSpPr txBox="1"/>
          <p:nvPr/>
        </p:nvSpPr>
        <p:spPr>
          <a:xfrm>
            <a:off x="256513" y="6468550"/>
            <a:ext cx="4089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Copyright©202</a:t>
            </a:r>
            <a:r>
              <a:rPr lang="en-US" sz="9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6</a:t>
            </a:r>
            <a:r>
              <a:rPr lang="en-US" sz="9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VolcanoEngine.Allrightsreserved.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Freeform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E1E6EF">
                  <a:alpha val="100000"/>
                </a:srgbClr>
              </a:gs>
              <a:gs pos="55000">
                <a:srgbClr val="F9FAFA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1290000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2" name="AutoShape 2"/>
          <p:cNvSpPr txBox="1"/>
          <p:nvPr/>
        </p:nvSpPr>
        <p:spPr>
          <a:xfrm>
            <a:off x="256513" y="6468550"/>
            <a:ext cx="4079895" cy="2307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Copyright©2024VolcanoEngine.Allrightsreserved.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3" hasCustomPrompt="1"/>
          </p:nvPr>
        </p:nvSpPr>
        <p:spPr>
          <a:xfrm>
            <a:off x="482601" y="328338"/>
            <a:ext cx="9501187" cy="471488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政务智能体建设情况 - 智能咨询智能体</a:t>
            </a:r>
            <a:r>
              <a:rPr lang="en-US" sz="2400" b="1" i="0" u="none" strike="noStrike">
                <a:solidFill>
                  <a:srgbClr val="000000"/>
                </a:solidFill>
                <a:highlight>
                  <a:srgbClr val="366AF2">
                    <a:alpha val="100000"/>
                  </a:srgbClr>
                </a:highlight>
                <a:latin typeface="微软雅黑"/>
                <a:ea typeface="微软雅黑"/>
                <a:cs typeface="微软雅黑"/>
                <a:sym typeface="微软雅黑"/>
              </a:rPr>
              <a:t>@郭菲</a:t>
            </a:r>
            <a:r>
              <a:rPr lang="en-US" sz="2400" b="1" i="0" u="none" strike="noStrike">
                <a:solidFill>
                  <a:srgbClr val="000000"/>
                </a:solidFill>
                <a:highlight>
                  <a:srgbClr val="366AF2">
                    <a:alpha val="100000"/>
                  </a:srgbClr>
                </a:highlight>
                <a:latin typeface="微软雅黑"/>
                <a:ea typeface="微软雅黑"/>
                <a:cs typeface="微软雅黑"/>
                <a:sym typeface="微软雅黑"/>
              </a:rPr>
              <a:t>@张瑞</a:t>
            </a:r>
            <a:endParaRPr lang="en-US" sz="2400" b="1" i="0" u="none" strike="noStrike">
              <a:solidFill>
                <a:srgbClr val="000000"/>
              </a:solidFill>
              <a:highlight>
                <a:srgbClr val="366AF2">
                  <a:alpha val="100000"/>
                </a:srgbClr>
              </a:highlight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77256" y="3401568"/>
            <a:ext cx="2340864" cy="1883664"/>
          </a:xfrm>
          <a:prstGeom prst="roundRect">
            <a:avLst>
              <a:gd name="adj" fmla="val 10000"/>
            </a:avLst>
          </a:prstGeom>
          <a:solidFill>
            <a:srgbClr val="F0FAF5"/>
          </a:solidFill>
          <a:ln w="15240">
            <a:solidFill>
              <a:srgbClr val="BE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" name="组合 9"/>
          <p:cNvGrpSpPr/>
          <p:nvPr/>
        </p:nvGrpSpPr>
        <p:grpSpPr>
          <a:xfrm>
            <a:off x="5605145" y="3529330"/>
            <a:ext cx="969010" cy="292100"/>
            <a:chOff x="8827" y="5558"/>
            <a:chExt cx="1526" cy="460"/>
          </a:xfrm>
        </p:grpSpPr>
        <p:sp>
          <p:nvSpPr>
            <p:cNvPr id="14" name="Rounded Rectangle 13"/>
            <p:cNvSpPr/>
            <p:nvPr/>
          </p:nvSpPr>
          <p:spPr>
            <a:xfrm>
              <a:off x="8827" y="5558"/>
              <a:ext cx="1526" cy="461"/>
            </a:xfrm>
            <a:prstGeom prst="roundRect">
              <a:avLst>
                <a:gd name="adj" fmla="val 50000"/>
              </a:avLst>
            </a:prstGeom>
            <a:solidFill>
              <a:srgbClr val="22B0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827" y="5573"/>
              <a:ext cx="1526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微软雅黑"/>
                  <a:ea typeface="微软雅黑"/>
                </a:rPr>
                <a:t>整体成效</a:t>
              </a:r>
              <a:endParaRPr sz="1050" b="1">
                <a:solidFill>
                  <a:srgbClr val="FFFFFF"/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5605272" y="3950208"/>
            <a:ext cx="2084832" cy="12306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 algn="l" defTabSz="914400">
              <a:lnSpc>
                <a:spcPct val="100000"/>
              </a:lnSpc>
              <a:buFont typeface="Wingdings" panose="05000000000000000000" charset="0"/>
              <a:buChar char=""/>
            </a:pPr>
            <a:r>
              <a:rPr lang="zh-CN" altLang="en-US" sz="1000" b="0">
                <a:solidFill>
                  <a:srgbClr val="144D33"/>
                </a:solidFill>
                <a:latin typeface="微软雅黑"/>
                <a:ea typeface="微软雅黑"/>
              </a:rPr>
              <a:t>实现项目全</a:t>
            </a:r>
            <a:r>
              <a:rPr lang="zh-CN" altLang="en-US" sz="1000" b="1">
                <a:solidFill>
                  <a:srgbClr val="144D33"/>
                </a:solidFill>
                <a:latin typeface="微软雅黑"/>
                <a:ea typeface="微软雅黑"/>
              </a:rPr>
              <a:t>生命周期数字化闭环</a:t>
            </a:r>
            <a:r>
              <a:rPr lang="zh-CN" altLang="en-US" sz="1000" b="0">
                <a:solidFill>
                  <a:srgbClr val="144D33"/>
                </a:solidFill>
                <a:latin typeface="微软雅黑"/>
                <a:ea typeface="微软雅黑"/>
              </a:rPr>
              <a:t>，一库统管、全程可溯</a:t>
            </a:r>
            <a:endParaRPr lang="zh-CN" altLang="en-US" sz="1000" b="0">
              <a:solidFill>
                <a:srgbClr val="144D33"/>
              </a:solidFill>
              <a:latin typeface="微软雅黑"/>
              <a:ea typeface="微软雅黑"/>
            </a:endParaRPr>
          </a:p>
          <a:p>
            <a:pPr marL="171450" indent="-171450" algn="l" defTabSz="914400">
              <a:lnSpc>
                <a:spcPct val="100000"/>
              </a:lnSpc>
              <a:buFont typeface="Wingdings" panose="05000000000000000000" charset="0"/>
              <a:buChar char=""/>
            </a:pPr>
            <a:r>
              <a:rPr lang="en-US" altLang="zh-CN" sz="1000" b="0">
                <a:solidFill>
                  <a:srgbClr val="144D33"/>
                </a:solidFill>
                <a:latin typeface="微软雅黑"/>
                <a:ea typeface="微软雅黑"/>
              </a:rPr>
              <a:t>AI </a:t>
            </a:r>
            <a:r>
              <a:rPr lang="zh-CN" altLang="en-US" sz="1000" b="1">
                <a:solidFill>
                  <a:srgbClr val="144D33"/>
                </a:solidFill>
                <a:latin typeface="微软雅黑"/>
                <a:ea typeface="微软雅黑"/>
              </a:rPr>
              <a:t>智能体深度嵌入</a:t>
            </a:r>
            <a:r>
              <a:rPr lang="zh-CN" altLang="en-US" sz="1000" b="0">
                <a:solidFill>
                  <a:srgbClr val="144D33"/>
                </a:solidFill>
                <a:latin typeface="微软雅黑"/>
                <a:ea typeface="微软雅黑"/>
              </a:rPr>
              <a:t>业务，从"人工填报"迈向"智能辅助"</a:t>
            </a:r>
            <a:endParaRPr lang="zh-CN" altLang="en-US" sz="1000" b="0">
              <a:solidFill>
                <a:srgbClr val="144D33"/>
              </a:solidFill>
              <a:latin typeface="微软雅黑"/>
              <a:ea typeface="微软雅黑"/>
            </a:endParaRPr>
          </a:p>
          <a:p>
            <a:pPr marL="171450" indent="-171450" algn="l" defTabSz="914400">
              <a:lnSpc>
                <a:spcPct val="100000"/>
              </a:lnSpc>
              <a:buFont typeface="Wingdings" panose="05000000000000000000" charset="0"/>
              <a:buChar char=""/>
            </a:pPr>
            <a:r>
              <a:rPr lang="zh-CN" altLang="en-US" sz="1000" b="0">
                <a:solidFill>
                  <a:srgbClr val="144D33"/>
                </a:solidFill>
                <a:latin typeface="微软雅黑"/>
                <a:ea typeface="微软雅黑"/>
              </a:rPr>
              <a:t>统计与考核</a:t>
            </a:r>
            <a:r>
              <a:rPr lang="zh-CN" altLang="en-US" sz="1000" b="1">
                <a:solidFill>
                  <a:srgbClr val="144D33"/>
                </a:solidFill>
                <a:latin typeface="微软雅黑"/>
                <a:ea typeface="微软雅黑"/>
              </a:rPr>
              <a:t>双轮驱动</a:t>
            </a:r>
            <a:r>
              <a:rPr lang="zh-CN" altLang="en-US" sz="1000" b="0">
                <a:solidFill>
                  <a:srgbClr val="144D33"/>
                </a:solidFill>
                <a:latin typeface="微软雅黑"/>
                <a:ea typeface="微软雅黑"/>
              </a:rPr>
              <a:t>，管理决策"一屏总览、一键成文"</a:t>
            </a:r>
            <a:endParaRPr lang="zh-CN" altLang="en-US" sz="1000" b="0">
              <a:solidFill>
                <a:srgbClr val="144D33"/>
              </a:solidFill>
              <a:latin typeface="微软雅黑"/>
              <a:ea typeface="微软雅黑"/>
            </a:endParaRPr>
          </a:p>
          <a:p>
            <a:pPr marL="171450" indent="-171450" algn="l" defTabSz="914400">
              <a:lnSpc>
                <a:spcPct val="100000"/>
              </a:lnSpc>
              <a:buFont typeface="Wingdings" panose="05000000000000000000" charset="0"/>
              <a:buChar char=""/>
            </a:pPr>
            <a:r>
              <a:rPr lang="zh-CN" altLang="en-US" sz="1000" b="0">
                <a:solidFill>
                  <a:srgbClr val="144D33"/>
                </a:solidFill>
                <a:latin typeface="微软雅黑"/>
                <a:ea typeface="微软雅黑"/>
              </a:rPr>
              <a:t>协同与督办</a:t>
            </a:r>
            <a:r>
              <a:rPr lang="zh-CN" altLang="en-US" sz="1000" b="1">
                <a:solidFill>
                  <a:srgbClr val="144D33"/>
                </a:solidFill>
                <a:latin typeface="微软雅黑"/>
                <a:ea typeface="微软雅黑"/>
              </a:rPr>
              <a:t>闭环</a:t>
            </a:r>
            <a:r>
              <a:rPr lang="zh-CN" altLang="en-US" sz="1000" b="0">
                <a:solidFill>
                  <a:srgbClr val="144D33"/>
                </a:solidFill>
                <a:latin typeface="微软雅黑"/>
                <a:ea typeface="微软雅黑"/>
              </a:rPr>
              <a:t>，责任到位、进度可控</a:t>
            </a:r>
            <a:endParaRPr lang="zh-CN" altLang="en-US" sz="1000" b="0">
              <a:solidFill>
                <a:srgbClr val="144D33"/>
              </a:solidFill>
              <a:latin typeface="微软雅黑"/>
              <a:ea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92440" y="1042415"/>
            <a:ext cx="256032" cy="64008"/>
          </a:xfrm>
          <a:prstGeom prst="round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96012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02A5C"/>
                </a:solidFill>
                <a:latin typeface="微软雅黑"/>
                <a:ea typeface="微软雅黑"/>
              </a:rPr>
              <a:t>下一步计划</a:t>
            </a:r>
            <a:endParaRPr sz="1500" b="1">
              <a:solidFill>
                <a:srgbClr val="102A5C"/>
              </a:solidFill>
              <a:latin typeface="微软雅黑"/>
              <a:ea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92440" y="1353312"/>
            <a:ext cx="3593592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449056" y="1810512"/>
            <a:ext cx="0" cy="2523744"/>
          </a:xfrm>
          <a:prstGeom prst="line">
            <a:avLst/>
          </a:prstGeom>
          <a:ln w="25400">
            <a:solidFill>
              <a:srgbClr val="C4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371331" y="1719072"/>
            <a:ext cx="155448" cy="155448"/>
          </a:xfrm>
          <a:prstGeom prst="ellipse">
            <a:avLst/>
          </a:prstGeom>
          <a:solidFill>
            <a:srgbClr val="1664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1664778"/>
            <a:ext cx="27432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sz="1300" b="1">
                <a:solidFill>
                  <a:srgbClr val="1D2129"/>
                </a:solidFill>
                <a:latin typeface="微软雅黑"/>
                <a:ea typeface="微软雅黑"/>
              </a:rPr>
              <a:t>智能体开发、数据</a:t>
            </a:r>
            <a:r>
              <a:rPr lang="zh-CN" sz="1300" b="1">
                <a:solidFill>
                  <a:srgbClr val="1D2129"/>
                </a:solidFill>
                <a:latin typeface="微软雅黑"/>
                <a:ea typeface="微软雅黑"/>
              </a:rPr>
              <a:t>治理</a:t>
            </a:r>
            <a:endParaRPr lang="zh-CN" sz="1300" b="1">
              <a:solidFill>
                <a:srgbClr val="1D2129"/>
              </a:solidFill>
              <a:latin typeface="微软雅黑"/>
              <a:ea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32520" y="1956943"/>
            <a:ext cx="2834640" cy="146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altLang="zh-CN" sz="950" b="0">
                <a:solidFill>
                  <a:srgbClr val="86909C"/>
                </a:solidFill>
                <a:latin typeface="微软雅黑"/>
                <a:ea typeface="微软雅黑"/>
              </a:rPr>
              <a:t>~11</a:t>
            </a:r>
            <a:r>
              <a:rPr lang="zh-CN" altLang="en-US" sz="950" b="0">
                <a:solidFill>
                  <a:srgbClr val="86909C"/>
                </a:solidFill>
                <a:latin typeface="微软雅黑"/>
                <a:ea typeface="微软雅黑"/>
              </a:rPr>
              <a:t>月</a:t>
            </a:r>
            <a:r>
              <a:rPr lang="en-US" altLang="zh-CN" sz="950" b="0">
                <a:solidFill>
                  <a:srgbClr val="86909C"/>
                </a:solidFill>
                <a:latin typeface="微软雅黑"/>
                <a:ea typeface="微软雅黑"/>
              </a:rPr>
              <a:t>25</a:t>
            </a:r>
            <a:r>
              <a:rPr lang="zh-CN" altLang="en-US" sz="950" b="0">
                <a:solidFill>
                  <a:srgbClr val="86909C"/>
                </a:solidFill>
                <a:latin typeface="微软雅黑"/>
                <a:ea typeface="微软雅黑"/>
              </a:rPr>
              <a:t>日</a:t>
            </a:r>
            <a:r>
              <a:rPr sz="950">
                <a:solidFill>
                  <a:srgbClr val="86909C"/>
                </a:solidFill>
                <a:latin typeface="微软雅黑"/>
                <a:ea typeface="微软雅黑"/>
                <a:sym typeface="+mn-ea"/>
              </a:rPr>
              <a:t> · </a:t>
            </a:r>
            <a:r>
              <a:rPr lang="zh-CN" sz="950" b="0">
                <a:solidFill>
                  <a:srgbClr val="86909C"/>
                </a:solidFill>
                <a:latin typeface="微软雅黑"/>
                <a:ea typeface="微软雅黑"/>
              </a:rPr>
              <a:t>智能体开发、数据治理同步</a:t>
            </a:r>
            <a:r>
              <a:rPr lang="zh-CN" sz="950" b="0">
                <a:solidFill>
                  <a:srgbClr val="86909C"/>
                </a:solidFill>
                <a:latin typeface="微软雅黑"/>
                <a:ea typeface="微软雅黑"/>
              </a:rPr>
              <a:t>推进</a:t>
            </a:r>
            <a:endParaRPr lang="zh-CN" sz="950" b="0">
              <a:solidFill>
                <a:srgbClr val="86909C"/>
              </a:solidFill>
              <a:latin typeface="微软雅黑"/>
              <a:ea typeface="微软雅黑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371331" y="2560320"/>
            <a:ext cx="155448" cy="155448"/>
          </a:xfrm>
          <a:prstGeom prst="ellipse">
            <a:avLst/>
          </a:prstGeom>
          <a:solidFill>
            <a:srgbClr val="1664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2506027"/>
            <a:ext cx="27432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sz="1300" b="1">
                <a:solidFill>
                  <a:srgbClr val="1D2129"/>
                </a:solidFill>
                <a:latin typeface="微软雅黑"/>
                <a:ea typeface="微软雅黑"/>
              </a:rPr>
              <a:t>试运行</a:t>
            </a:r>
            <a:endParaRPr lang="zh-CN" sz="1300" b="1">
              <a:solidFill>
                <a:srgbClr val="1D2129"/>
              </a:solidFill>
              <a:latin typeface="微软雅黑"/>
              <a:ea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32520" y="2798191"/>
            <a:ext cx="2834640" cy="146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6909C"/>
                </a:solidFill>
                <a:latin typeface="微软雅黑"/>
                <a:ea typeface="微软雅黑"/>
              </a:rPr>
              <a:t>11月</a:t>
            </a:r>
            <a:r>
              <a:rPr lang="en-US" sz="950" b="0">
                <a:solidFill>
                  <a:srgbClr val="86909C"/>
                </a:solidFill>
                <a:latin typeface="微软雅黑"/>
                <a:ea typeface="微软雅黑"/>
              </a:rPr>
              <a:t>26</a:t>
            </a:r>
            <a:r>
              <a:rPr lang="zh-CN" altLang="en-US" sz="950" b="0">
                <a:solidFill>
                  <a:srgbClr val="86909C"/>
                </a:solidFill>
                <a:latin typeface="微软雅黑"/>
                <a:ea typeface="微软雅黑"/>
              </a:rPr>
              <a:t>日</a:t>
            </a:r>
            <a:r>
              <a:rPr sz="950" b="0">
                <a:solidFill>
                  <a:srgbClr val="86909C"/>
                </a:solidFill>
                <a:latin typeface="微软雅黑"/>
                <a:ea typeface="微软雅黑"/>
              </a:rPr>
              <a:t> · </a:t>
            </a:r>
            <a:r>
              <a:rPr lang="zh-CN" sz="950" b="0">
                <a:solidFill>
                  <a:srgbClr val="86909C"/>
                </a:solidFill>
                <a:latin typeface="微软雅黑"/>
                <a:ea typeface="微软雅黑"/>
              </a:rPr>
              <a:t>上线试运行、小范围</a:t>
            </a:r>
            <a:r>
              <a:rPr lang="zh-CN" sz="950" b="0">
                <a:solidFill>
                  <a:srgbClr val="86909C"/>
                </a:solidFill>
                <a:latin typeface="微软雅黑"/>
                <a:ea typeface="微软雅黑"/>
              </a:rPr>
              <a:t>试用</a:t>
            </a:r>
            <a:endParaRPr lang="zh-CN" sz="950" b="0">
              <a:solidFill>
                <a:srgbClr val="86909C"/>
              </a:solidFill>
              <a:latin typeface="微软雅黑"/>
              <a:ea typeface="微软雅黑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8371331" y="3401568"/>
            <a:ext cx="155448" cy="155448"/>
          </a:xfrm>
          <a:prstGeom prst="ellipse">
            <a:avLst/>
          </a:prstGeom>
          <a:solidFill>
            <a:srgbClr val="1664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3347276"/>
            <a:ext cx="27432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sz="1300" b="1">
                <a:solidFill>
                  <a:srgbClr val="1D2129"/>
                </a:solidFill>
                <a:latin typeface="微软雅黑"/>
                <a:ea typeface="微软雅黑"/>
              </a:rPr>
              <a:t>迭代</a:t>
            </a:r>
            <a:r>
              <a:rPr lang="zh-CN" sz="1300" b="1">
                <a:solidFill>
                  <a:srgbClr val="1D2129"/>
                </a:solidFill>
                <a:latin typeface="微软雅黑"/>
                <a:ea typeface="微软雅黑"/>
              </a:rPr>
              <a:t>优化</a:t>
            </a:r>
            <a:endParaRPr lang="zh-CN" sz="1300" b="1">
              <a:solidFill>
                <a:srgbClr val="1D2129"/>
              </a:solidFill>
              <a:latin typeface="微软雅黑"/>
              <a:ea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32520" y="3639439"/>
            <a:ext cx="2834640" cy="146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6909C"/>
                </a:solidFill>
                <a:latin typeface="微软雅黑"/>
                <a:ea typeface="微软雅黑"/>
              </a:rPr>
              <a:t>11</a:t>
            </a:r>
            <a:r>
              <a:rPr lang="zh-CN" sz="950" b="0">
                <a:solidFill>
                  <a:srgbClr val="86909C"/>
                </a:solidFill>
                <a:latin typeface="微软雅黑"/>
                <a:ea typeface="微软雅黑"/>
              </a:rPr>
              <a:t>月</a:t>
            </a:r>
            <a:r>
              <a:rPr lang="en-US" altLang="zh-CN" sz="950" b="0">
                <a:solidFill>
                  <a:srgbClr val="86909C"/>
                </a:solidFill>
                <a:latin typeface="微软雅黑"/>
                <a:ea typeface="微软雅黑"/>
              </a:rPr>
              <a:t>26</a:t>
            </a:r>
            <a:r>
              <a:rPr lang="zh-CN" altLang="en-US" sz="950" b="0">
                <a:solidFill>
                  <a:srgbClr val="86909C"/>
                </a:solidFill>
                <a:latin typeface="微软雅黑"/>
                <a:ea typeface="微软雅黑"/>
              </a:rPr>
              <a:t>日</a:t>
            </a:r>
            <a:r>
              <a:rPr sz="950" b="0">
                <a:solidFill>
                  <a:srgbClr val="86909C"/>
                </a:solidFill>
                <a:latin typeface="微软雅黑"/>
                <a:ea typeface="微软雅黑"/>
              </a:rPr>
              <a:t>–12月</a:t>
            </a:r>
            <a:r>
              <a:rPr lang="en-US" sz="950" b="0">
                <a:solidFill>
                  <a:srgbClr val="86909C"/>
                </a:solidFill>
                <a:latin typeface="微软雅黑"/>
                <a:ea typeface="微软雅黑"/>
              </a:rPr>
              <a:t>26</a:t>
            </a:r>
            <a:r>
              <a:rPr lang="zh-CN" altLang="en-US" sz="950" b="0">
                <a:solidFill>
                  <a:srgbClr val="86909C"/>
                </a:solidFill>
                <a:latin typeface="微软雅黑"/>
                <a:ea typeface="微软雅黑"/>
              </a:rPr>
              <a:t>日</a:t>
            </a:r>
            <a:r>
              <a:rPr sz="950" b="0">
                <a:solidFill>
                  <a:srgbClr val="86909C"/>
                </a:solidFill>
                <a:latin typeface="微软雅黑"/>
                <a:ea typeface="微软雅黑"/>
              </a:rPr>
              <a:t> · </a:t>
            </a:r>
            <a:r>
              <a:rPr lang="zh-CN" sz="950" b="0">
                <a:solidFill>
                  <a:srgbClr val="86909C"/>
                </a:solidFill>
                <a:latin typeface="微软雅黑"/>
                <a:ea typeface="微软雅黑"/>
              </a:rPr>
              <a:t>扩大试用范围、</a:t>
            </a:r>
            <a:r>
              <a:rPr lang="zh-CN" sz="950" b="0">
                <a:solidFill>
                  <a:srgbClr val="86909C"/>
                </a:solidFill>
                <a:latin typeface="微软雅黑"/>
                <a:ea typeface="微软雅黑"/>
              </a:rPr>
              <a:t>持续迭代</a:t>
            </a:r>
            <a:endParaRPr lang="zh-CN" sz="950" b="0">
              <a:solidFill>
                <a:srgbClr val="86909C"/>
              </a:solidFill>
              <a:latin typeface="微软雅黑"/>
              <a:ea typeface="微软雅黑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371331" y="4242816"/>
            <a:ext cx="155448" cy="155448"/>
          </a:xfrm>
          <a:prstGeom prst="ellipse">
            <a:avLst/>
          </a:prstGeom>
          <a:solidFill>
            <a:srgbClr val="12B5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32520" y="4188524"/>
            <a:ext cx="27432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sz="1300" b="1">
                <a:solidFill>
                  <a:srgbClr val="1D2129"/>
                </a:solidFill>
                <a:latin typeface="微软雅黑"/>
                <a:ea typeface="微软雅黑"/>
              </a:rPr>
              <a:t>正式上线</a:t>
            </a:r>
            <a:r>
              <a:rPr lang="zh-CN" sz="1300" b="1">
                <a:solidFill>
                  <a:srgbClr val="1D2129"/>
                </a:solidFill>
                <a:latin typeface="微软雅黑"/>
                <a:ea typeface="微软雅黑"/>
              </a:rPr>
              <a:t>发布</a:t>
            </a:r>
            <a:endParaRPr lang="zh-CN" sz="1300" b="1">
              <a:solidFill>
                <a:srgbClr val="1D2129"/>
              </a:solidFill>
              <a:latin typeface="微软雅黑"/>
              <a:ea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32520" y="4480687"/>
            <a:ext cx="2834640" cy="146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50" b="0">
                <a:solidFill>
                  <a:srgbClr val="86909C"/>
                </a:solidFill>
                <a:latin typeface="微软雅黑"/>
                <a:ea typeface="微软雅黑"/>
              </a:rPr>
              <a:t>12</a:t>
            </a:r>
            <a:r>
              <a:rPr sz="950" b="0">
                <a:solidFill>
                  <a:srgbClr val="86909C"/>
                </a:solidFill>
                <a:latin typeface="微软雅黑"/>
                <a:ea typeface="微软雅黑"/>
              </a:rPr>
              <a:t> </a:t>
            </a:r>
            <a:r>
              <a:rPr lang="zh-CN" sz="950" b="0">
                <a:solidFill>
                  <a:srgbClr val="86909C"/>
                </a:solidFill>
                <a:latin typeface="微软雅黑"/>
                <a:ea typeface="微软雅黑"/>
              </a:rPr>
              <a:t>月底</a:t>
            </a:r>
            <a:r>
              <a:rPr sz="950" b="0">
                <a:solidFill>
                  <a:srgbClr val="86909C"/>
                </a:solidFill>
                <a:latin typeface="微软雅黑"/>
                <a:ea typeface="微软雅黑"/>
              </a:rPr>
              <a:t>· </a:t>
            </a:r>
            <a:r>
              <a:rPr lang="zh-CN" sz="950" b="0">
                <a:solidFill>
                  <a:srgbClr val="86909C"/>
                </a:solidFill>
                <a:latin typeface="微软雅黑"/>
                <a:ea typeface="微软雅黑"/>
              </a:rPr>
              <a:t>正式</a:t>
            </a:r>
            <a:r>
              <a:rPr lang="zh-CN" sz="950" b="0">
                <a:solidFill>
                  <a:srgbClr val="86909C"/>
                </a:solidFill>
                <a:latin typeface="微软雅黑"/>
                <a:ea typeface="微软雅黑"/>
              </a:rPr>
              <a:t>上线</a:t>
            </a:r>
            <a:endParaRPr lang="zh-CN" sz="950" b="0">
              <a:solidFill>
                <a:srgbClr val="86909C"/>
              </a:solidFill>
              <a:latin typeface="微软雅黑"/>
              <a:ea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732520" y="4895977"/>
            <a:ext cx="2743200" cy="1384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sz="900" b="0">
                <a:solidFill>
                  <a:srgbClr val="3C7EFF"/>
                </a:solidFill>
                <a:latin typeface="微软雅黑"/>
                <a:ea typeface="微软雅黑"/>
              </a:rPr>
              <a:t>开发</a:t>
            </a:r>
            <a:r>
              <a:rPr sz="900" b="0">
                <a:solidFill>
                  <a:srgbClr val="3C7EFF"/>
                </a:solidFill>
                <a:latin typeface="微软雅黑"/>
                <a:ea typeface="微软雅黑"/>
              </a:rPr>
              <a:t> → </a:t>
            </a:r>
            <a:r>
              <a:rPr lang="zh-CN" sz="900" b="0">
                <a:solidFill>
                  <a:srgbClr val="3C7EFF"/>
                </a:solidFill>
                <a:latin typeface="微软雅黑"/>
                <a:ea typeface="微软雅黑"/>
              </a:rPr>
              <a:t>试运行</a:t>
            </a:r>
            <a:r>
              <a:rPr sz="900" b="0">
                <a:solidFill>
                  <a:srgbClr val="3C7EFF"/>
                </a:solidFill>
                <a:latin typeface="微软雅黑"/>
                <a:ea typeface="微软雅黑"/>
              </a:rPr>
              <a:t> → </a:t>
            </a:r>
            <a:r>
              <a:rPr lang="zh-CN" sz="900" b="0">
                <a:solidFill>
                  <a:srgbClr val="3C7EFF"/>
                </a:solidFill>
                <a:latin typeface="微软雅黑"/>
                <a:ea typeface="微软雅黑"/>
              </a:rPr>
              <a:t>迭代</a:t>
            </a:r>
            <a:r>
              <a:rPr lang="en-US" altLang="zh-CN" sz="900" b="0">
                <a:solidFill>
                  <a:srgbClr val="3C7EFF"/>
                </a:solidFill>
                <a:latin typeface="微软雅黑"/>
                <a:ea typeface="微软雅黑"/>
              </a:rPr>
              <a:t> </a:t>
            </a:r>
            <a:r>
              <a:rPr lang="en-US" sz="900" b="0">
                <a:solidFill>
                  <a:srgbClr val="3C7EFF"/>
                </a:solidFill>
                <a:latin typeface="微软雅黑"/>
                <a:ea typeface="微软雅黑"/>
              </a:rPr>
              <a:t>→ </a:t>
            </a:r>
            <a:r>
              <a:rPr lang="zh-CN" altLang="en-US" sz="900" b="0">
                <a:solidFill>
                  <a:srgbClr val="3C7EFF"/>
                </a:solidFill>
                <a:latin typeface="微软雅黑"/>
                <a:ea typeface="微软雅黑"/>
              </a:rPr>
              <a:t>发布</a:t>
            </a:r>
            <a:endParaRPr lang="zh-CN" altLang="en-US" sz="900" b="0">
              <a:solidFill>
                <a:srgbClr val="3C7EFF"/>
              </a:solidFill>
              <a:latin typeface="微软雅黑"/>
              <a:ea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02920" y="5486400"/>
            <a:ext cx="11183112" cy="822960"/>
          </a:xfrm>
          <a:prstGeom prst="roundRect">
            <a:avLst>
              <a:gd name="adj" fmla="val 12000"/>
            </a:avLst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632704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体验入口</a:t>
            </a:r>
            <a:endParaRPr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847088" y="5705856"/>
            <a:ext cx="18288" cy="402336"/>
          </a:xfrm>
          <a:prstGeom prst="roundRect">
            <a:avLst/>
          </a:prstGeom>
          <a:solidFill>
            <a:srgbClr val="3A55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11680" y="5641594"/>
            <a:ext cx="7863840" cy="530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altLang="en-US" sz="1150" b="1">
                <a:solidFill>
                  <a:srgbClr val="FFFFFF"/>
                </a:solidFill>
                <a:latin typeface="微软雅黑"/>
                <a:ea typeface="微软雅黑"/>
              </a:rPr>
              <a:t>线上访问：</a:t>
            </a:r>
            <a:r>
              <a:rPr lang="en-US" altLang="zh-CN" sz="1150" b="1">
                <a:solidFill>
                  <a:srgbClr val="FFFFFF"/>
                </a:solidFill>
                <a:latin typeface="微软雅黑"/>
                <a:ea typeface="微软雅黑"/>
              </a:rPr>
              <a:t>https://58.48.247.39:29418/</a:t>
            </a:r>
            <a:endParaRPr lang="en-US" altLang="zh-CN" sz="1150" b="1">
              <a:solidFill>
                <a:srgbClr val="FFFFFF"/>
              </a:solidFill>
              <a:latin typeface="微软雅黑"/>
              <a:ea typeface="微软雅黑"/>
            </a:endParaRPr>
          </a:p>
          <a:p>
            <a:pPr algn="l"/>
            <a:r>
              <a:rPr lang="en-US" altLang="zh-CN" sz="1150" b="1">
                <a:solidFill>
                  <a:srgbClr val="FFFFFF"/>
                </a:solidFill>
                <a:latin typeface="微软雅黑"/>
                <a:ea typeface="微软雅黑"/>
              </a:rPr>
              <a:t>Web</a:t>
            </a:r>
            <a:r>
              <a:rPr lang="zh-CN" altLang="en-US" sz="1150" b="1">
                <a:solidFill>
                  <a:srgbClr val="FFFFFF"/>
                </a:solidFill>
                <a:latin typeface="微软雅黑"/>
                <a:ea typeface="微软雅黑"/>
              </a:rPr>
              <a:t>端：</a:t>
            </a:r>
            <a:r>
              <a:rPr lang="en-US" altLang="zh-CN" sz="1150" b="1">
                <a:solidFill>
                  <a:srgbClr val="FFFFFF"/>
                </a:solidFill>
                <a:latin typeface="微软雅黑"/>
                <a:ea typeface="微软雅黑"/>
              </a:rPr>
              <a:t>https://sdracheldl-ux.github.io/project_manage_demo/#/dashboard/project</a:t>
            </a:r>
            <a:endParaRPr lang="en-US" altLang="zh-CN" sz="1150" b="1">
              <a:solidFill>
                <a:srgbClr val="FFFFFF"/>
              </a:solidFill>
              <a:latin typeface="微软雅黑"/>
              <a:ea typeface="微软雅黑"/>
            </a:endParaRPr>
          </a:p>
          <a:p>
            <a:pPr algn="l"/>
            <a:r>
              <a:rPr lang="en-US" altLang="zh-CN" sz="1150" b="1">
                <a:solidFill>
                  <a:srgbClr val="FFFFFF"/>
                </a:solidFill>
                <a:latin typeface="微软雅黑"/>
                <a:ea typeface="微软雅黑"/>
              </a:rPr>
              <a:t>H5</a:t>
            </a:r>
            <a:r>
              <a:rPr lang="zh-CN" altLang="en-US" sz="1150" b="1">
                <a:solidFill>
                  <a:srgbClr val="FFFFFF"/>
                </a:solidFill>
                <a:latin typeface="微软雅黑"/>
                <a:ea typeface="微软雅黑"/>
              </a:rPr>
              <a:t>端：</a:t>
            </a:r>
            <a:r>
              <a:rPr lang="en-US" altLang="zh-CN" sz="1150" b="1">
                <a:solidFill>
                  <a:srgbClr val="FFFFFF"/>
                </a:solidFill>
                <a:latin typeface="微软雅黑"/>
                <a:ea typeface="微软雅黑"/>
              </a:rPr>
              <a:t>https://sdracheldl-ux.github.io/project_manage_demo/#/h5/dashboard</a:t>
            </a:r>
            <a:endParaRPr sz="115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6" name="Rounded Rectangle 12"/>
          <p:cNvSpPr/>
          <p:nvPr/>
        </p:nvSpPr>
        <p:spPr>
          <a:xfrm>
            <a:off x="503555" y="1006475"/>
            <a:ext cx="7313930" cy="2242185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 w="1524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12"/>
          <p:cNvSpPr/>
          <p:nvPr/>
        </p:nvSpPr>
        <p:spPr>
          <a:xfrm>
            <a:off x="502920" y="3377565"/>
            <a:ext cx="4886325" cy="188341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 w="1524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11717" t="26136"/>
          <a:stretch>
            <a:fillRect/>
          </a:stretch>
        </p:blipFill>
        <p:spPr>
          <a:xfrm>
            <a:off x="594360" y="1492885"/>
            <a:ext cx="3835400" cy="1645920"/>
          </a:xfrm>
          <a:prstGeom prst="roundRect">
            <a:avLst>
              <a:gd name="adj" fmla="val 6813"/>
            </a:avLst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975" y="1501775"/>
            <a:ext cx="3173730" cy="1637030"/>
          </a:xfrm>
          <a:prstGeom prst="roundRect">
            <a:avLst>
              <a:gd name="adj" fmla="val 6813"/>
            </a:avLst>
          </a:prstGeom>
        </p:spPr>
      </p:pic>
      <p:grpSp>
        <p:nvGrpSpPr>
          <p:cNvPr id="11" name="组合 10"/>
          <p:cNvGrpSpPr/>
          <p:nvPr/>
        </p:nvGrpSpPr>
        <p:grpSpPr>
          <a:xfrm>
            <a:off x="594360" y="1096645"/>
            <a:ext cx="969010" cy="292735"/>
            <a:chOff x="8827" y="5558"/>
            <a:chExt cx="1526" cy="461"/>
          </a:xfrm>
        </p:grpSpPr>
        <p:sp>
          <p:nvSpPr>
            <p:cNvPr id="12" name="Rounded Rectangle 13"/>
            <p:cNvSpPr/>
            <p:nvPr/>
          </p:nvSpPr>
          <p:spPr>
            <a:xfrm>
              <a:off x="8827" y="5558"/>
              <a:ext cx="1526" cy="461"/>
            </a:xfrm>
            <a:prstGeom prst="roundRect">
              <a:avLst>
                <a:gd name="adj" fmla="val 50000"/>
              </a:avLst>
            </a:prstGeom>
            <a:solidFill>
              <a:srgbClr val="3E96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14"/>
            <p:cNvSpPr txBox="1"/>
            <p:nvPr/>
          </p:nvSpPr>
          <p:spPr>
            <a:xfrm>
              <a:off x="9082" y="5662"/>
              <a:ext cx="1016" cy="24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zh-CN" sz="1050" b="1">
                  <a:solidFill>
                    <a:srgbClr val="FFFFFF"/>
                  </a:solidFill>
                  <a:latin typeface="微软雅黑"/>
                  <a:ea typeface="微软雅黑"/>
                </a:rPr>
                <a:t>统计</a:t>
              </a:r>
              <a:r>
                <a:rPr lang="zh-CN" sz="1050" b="1">
                  <a:solidFill>
                    <a:srgbClr val="FFFFFF"/>
                  </a:solidFill>
                  <a:latin typeface="微软雅黑"/>
                  <a:ea typeface="微软雅黑"/>
                </a:rPr>
                <a:t>看板</a:t>
              </a:r>
              <a:endParaRPr lang="zh-CN" sz="1050" b="1">
                <a:solidFill>
                  <a:srgbClr val="FFFFFF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4498340" y="1096645"/>
            <a:ext cx="969010" cy="292735"/>
            <a:chOff x="8827" y="5558"/>
            <a:chExt cx="1526" cy="461"/>
          </a:xfrm>
        </p:grpSpPr>
        <p:sp>
          <p:nvSpPr>
            <p:cNvPr id="42" name="Rounded Rectangle 13"/>
            <p:cNvSpPr/>
            <p:nvPr/>
          </p:nvSpPr>
          <p:spPr>
            <a:xfrm>
              <a:off x="8827" y="5558"/>
              <a:ext cx="1526" cy="461"/>
            </a:xfrm>
            <a:prstGeom prst="roundRect">
              <a:avLst>
                <a:gd name="adj" fmla="val 50000"/>
              </a:avLst>
            </a:prstGeom>
            <a:solidFill>
              <a:srgbClr val="3E96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14"/>
            <p:cNvSpPr txBox="1"/>
            <p:nvPr/>
          </p:nvSpPr>
          <p:spPr>
            <a:xfrm>
              <a:off x="9082" y="5662"/>
              <a:ext cx="1016" cy="24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zh-CN" sz="1050" b="1">
                  <a:solidFill>
                    <a:srgbClr val="FFFFFF"/>
                  </a:solidFill>
                  <a:latin typeface="微软雅黑"/>
                  <a:ea typeface="微软雅黑"/>
                </a:rPr>
                <a:t>判重</a:t>
              </a:r>
              <a:r>
                <a:rPr lang="zh-CN" sz="1050" b="1">
                  <a:solidFill>
                    <a:srgbClr val="FFFFFF"/>
                  </a:solidFill>
                  <a:latin typeface="微软雅黑"/>
                  <a:ea typeface="微软雅黑"/>
                </a:rPr>
                <a:t>比对</a:t>
              </a:r>
              <a:endParaRPr lang="zh-CN" sz="1050" b="1">
                <a:solidFill>
                  <a:srgbClr val="FFFFFF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594360" y="3494405"/>
            <a:ext cx="969010" cy="292735"/>
            <a:chOff x="8827" y="5558"/>
            <a:chExt cx="1526" cy="461"/>
          </a:xfrm>
        </p:grpSpPr>
        <p:sp>
          <p:nvSpPr>
            <p:cNvPr id="45" name="Rounded Rectangle 13"/>
            <p:cNvSpPr/>
            <p:nvPr/>
          </p:nvSpPr>
          <p:spPr>
            <a:xfrm>
              <a:off x="8827" y="5558"/>
              <a:ext cx="1526" cy="461"/>
            </a:xfrm>
            <a:prstGeom prst="roundRect">
              <a:avLst>
                <a:gd name="adj" fmla="val 50000"/>
              </a:avLst>
            </a:prstGeom>
            <a:solidFill>
              <a:srgbClr val="22B0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14"/>
            <p:cNvSpPr txBox="1"/>
            <p:nvPr/>
          </p:nvSpPr>
          <p:spPr>
            <a:xfrm>
              <a:off x="8827" y="5662"/>
              <a:ext cx="1526" cy="25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zh-CN" sz="1050" b="1">
                  <a:solidFill>
                    <a:srgbClr val="FFFFFF"/>
                  </a:solidFill>
                  <a:latin typeface="微软雅黑"/>
                  <a:ea typeface="微软雅黑"/>
                </a:rPr>
                <a:t>数据</a:t>
              </a:r>
              <a:r>
                <a:rPr lang="zh-CN" sz="1050" b="1">
                  <a:solidFill>
                    <a:srgbClr val="FFFFFF"/>
                  </a:solidFill>
                  <a:latin typeface="微软雅黑"/>
                  <a:ea typeface="微软雅黑"/>
                </a:rPr>
                <a:t>归集</a:t>
              </a:r>
              <a:endParaRPr lang="zh-CN" sz="1050" b="1">
                <a:solidFill>
                  <a:srgbClr val="FFFFFF"/>
                </a:solidFill>
                <a:latin typeface="微软雅黑"/>
                <a:ea typeface="微软雅黑"/>
              </a:endParaRPr>
            </a:p>
          </p:txBody>
        </p:sp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916045"/>
            <a:ext cx="2805430" cy="1102995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40" y="4110990"/>
            <a:ext cx="2632710" cy="1031875"/>
          </a:xfrm>
          <a:prstGeom prst="rect">
            <a:avLst/>
          </a:prstGeom>
        </p:spPr>
      </p:pic>
      <p:sp>
        <p:nvSpPr>
          <p:cNvPr id="51" name="TextBox 15"/>
          <p:cNvSpPr txBox="1"/>
          <p:nvPr/>
        </p:nvSpPr>
        <p:spPr>
          <a:xfrm>
            <a:off x="1645920" y="3505835"/>
            <a:ext cx="3357245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zh-CN" altLang="en-US" sz="1000" b="0">
                <a:solidFill>
                  <a:srgbClr val="144D33"/>
                </a:solidFill>
                <a:latin typeface="微软雅黑"/>
                <a:ea typeface="微软雅黑"/>
              </a:rPr>
              <a:t>归集本区</a:t>
            </a:r>
            <a:r>
              <a:rPr lang="en-US" altLang="zh-CN" sz="1000" b="0">
                <a:solidFill>
                  <a:srgbClr val="144D33"/>
                </a:solidFill>
                <a:latin typeface="微软雅黑"/>
                <a:ea typeface="微软雅黑"/>
              </a:rPr>
              <a:t>2026</a:t>
            </a:r>
            <a:r>
              <a:rPr lang="zh-CN" altLang="en-US" sz="1000" b="0">
                <a:solidFill>
                  <a:srgbClr val="144D33"/>
                </a:solidFill>
                <a:latin typeface="微软雅黑"/>
                <a:ea typeface="微软雅黑"/>
              </a:rPr>
              <a:t>年度已签约项目</a:t>
            </a:r>
            <a:r>
              <a:rPr lang="en-US" altLang="zh-CN" sz="1000" b="0">
                <a:solidFill>
                  <a:srgbClr val="144D33"/>
                </a:solidFill>
                <a:latin typeface="微软雅黑"/>
                <a:ea typeface="微软雅黑"/>
              </a:rPr>
              <a:t>88</a:t>
            </a:r>
            <a:r>
              <a:rPr lang="zh-CN" altLang="en-US" sz="1000" b="0">
                <a:solidFill>
                  <a:srgbClr val="144D33"/>
                </a:solidFill>
                <a:latin typeface="微软雅黑"/>
                <a:ea typeface="微软雅黑"/>
              </a:rPr>
              <a:t>项，共计</a:t>
            </a:r>
            <a:r>
              <a:rPr lang="en-US" altLang="zh-CN" sz="1000" b="0">
                <a:solidFill>
                  <a:srgbClr val="144D33"/>
                </a:solidFill>
                <a:latin typeface="微软雅黑"/>
                <a:ea typeface="微软雅黑"/>
              </a:rPr>
              <a:t>753.89</a:t>
            </a:r>
            <a:r>
              <a:rPr lang="zh-CN" altLang="en-US" sz="1000" b="0">
                <a:solidFill>
                  <a:srgbClr val="144D33"/>
                </a:solidFill>
                <a:latin typeface="微软雅黑"/>
                <a:ea typeface="微软雅黑"/>
              </a:rPr>
              <a:t>亿元，覆盖</a:t>
            </a:r>
            <a:r>
              <a:rPr lang="en-US" altLang="zh-CN" sz="1000" b="0">
                <a:solidFill>
                  <a:srgbClr val="144D33"/>
                </a:solidFill>
                <a:latin typeface="微软雅黑"/>
                <a:ea typeface="微软雅黑"/>
              </a:rPr>
              <a:t>13</a:t>
            </a:r>
            <a:r>
              <a:rPr lang="zh-CN" altLang="en-US" sz="1000" b="0">
                <a:solidFill>
                  <a:srgbClr val="144D33"/>
                </a:solidFill>
                <a:latin typeface="微软雅黑"/>
                <a:ea typeface="微软雅黑"/>
              </a:rPr>
              <a:t>个行业类别（</a:t>
            </a:r>
            <a:r>
              <a:rPr lang="zh-CN" altLang="en-US" sz="1000" b="0">
                <a:solidFill>
                  <a:srgbClr val="144D33"/>
                </a:solidFill>
                <a:latin typeface="微软雅黑"/>
                <a:ea typeface="微软雅黑"/>
              </a:rPr>
              <a:t>门类）</a:t>
            </a:r>
            <a:endParaRPr lang="zh-CN" altLang="en-US" sz="1000" b="0">
              <a:solidFill>
                <a:srgbClr val="144D33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2.目录/跨页/特殊版式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2.目录/跨页/特殊版式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2.目录/跨页/特殊版式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</Words>
  <Application>WPS 演示</Application>
  <PresentationFormat/>
  <Paragraphs>43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</vt:i4>
      </vt:variant>
    </vt:vector>
  </HeadingPairs>
  <TitlesOfParts>
    <vt:vector size="33" baseType="lpstr">
      <vt:lpstr>Arial</vt:lpstr>
      <vt:lpstr>宋体</vt:lpstr>
      <vt:lpstr>Wingdings</vt:lpstr>
      <vt:lpstr>Arial</vt:lpstr>
      <vt:lpstr>等线</vt:lpstr>
      <vt:lpstr>汉仪中等线KW</vt:lpstr>
      <vt:lpstr>微软雅黑</vt:lpstr>
      <vt:lpstr>汉仪旗黑</vt:lpstr>
      <vt:lpstr>FZLanTingHeiS-EB-GB</vt:lpstr>
      <vt:lpstr>Thonburi</vt:lpstr>
      <vt:lpstr>FZLanTingHeiS-R-GB</vt:lpstr>
      <vt:lpstr>Byte Sans SemiLight</vt:lpstr>
      <vt:lpstr>微软雅黑 Light</vt:lpstr>
      <vt:lpstr>FZLanTingHeiS-L-GB</vt:lpstr>
      <vt:lpstr>Noto Sans SC</vt:lpstr>
      <vt:lpstr>等线 Light</vt:lpstr>
      <vt:lpstr>方正兰亭黑简体</vt:lpstr>
      <vt:lpstr>汉仪中黑KW</vt:lpstr>
      <vt:lpstr>Calibri</vt:lpstr>
      <vt:lpstr>Helvetica Neue</vt:lpstr>
      <vt:lpstr>汉仪书宋二KW</vt:lpstr>
      <vt:lpstr>儷宋 Pro</vt:lpstr>
      <vt:lpstr>微软雅黑</vt:lpstr>
      <vt:lpstr>宋体</vt:lpstr>
      <vt:lpstr>Arial Unicode MS</vt:lpstr>
      <vt:lpstr>微软雅黑</vt:lpstr>
      <vt:lpstr>PingFang SC Regular</vt:lpstr>
      <vt:lpstr>Wingdings</vt:lpstr>
      <vt:lpstr>Office 主题​​</vt:lpstr>
      <vt:lpstr>6_2.目录/跨页/特殊版式</vt:lpstr>
      <vt:lpstr>1_2.目录/跨页/特殊版式</vt:lpstr>
      <vt:lpstr>3_2.目录/跨页/特殊版式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康康</cp:lastModifiedBy>
  <cp:revision>7</cp:revision>
  <dcterms:created xsi:type="dcterms:W3CDTF">2026-10-15T03:01:41Z</dcterms:created>
  <dcterms:modified xsi:type="dcterms:W3CDTF">2026-10-15T03:01:41Z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FF2D08C6C6087C55F130D06AA2DD0469_43</vt:lpwstr>
  </property>
  <property fmtid="{D5CDD505-2E9C-101B-9397-08002B2CF9AE}" pid="3" name="KSOProductBuildVer">
    <vt:lpwstr>2052-12.1.26026.26026</vt:lpwstr>
  </property>
</Properties>
</file>